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4"/>
  </p:sldMasterIdLst>
  <p:notesMasterIdLst>
    <p:notesMasterId r:id="rId19"/>
  </p:notesMasterIdLst>
  <p:handoutMasterIdLst>
    <p:handoutMasterId r:id="rId20"/>
  </p:handoutMasterIdLst>
  <p:sldIdLst>
    <p:sldId id="448" r:id="rId5"/>
    <p:sldId id="366" r:id="rId6"/>
    <p:sldId id="386" r:id="rId7"/>
    <p:sldId id="395" r:id="rId8"/>
    <p:sldId id="397" r:id="rId9"/>
    <p:sldId id="339" r:id="rId10"/>
    <p:sldId id="384" r:id="rId11"/>
    <p:sldId id="400" r:id="rId12"/>
    <p:sldId id="398" r:id="rId13"/>
    <p:sldId id="401" r:id="rId14"/>
    <p:sldId id="402" r:id="rId15"/>
    <p:sldId id="405" r:id="rId16"/>
    <p:sldId id="404" r:id="rId17"/>
    <p:sldId id="406" r:id="rId18"/>
  </p:sldIdLst>
  <p:sldSz cx="9144000" cy="5715000" type="screen16x10"/>
  <p:notesSz cx="6797675" cy="9926638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88C764D-0B53-4D10-BC1B-96E37D3C90EC}">
          <p14:sldIdLst/>
        </p14:section>
        <p14:section name="본문" id="{E4E7E4DB-5A21-4A1F-9DE9-069C99E2D687}">
          <p14:sldIdLst/>
        </p14:section>
        <p14:section name="제목 없는 구역" id="{585E8940-01D0-4A58-9FCD-E23BF16609EC}">
          <p14:sldIdLst>
            <p14:sldId id="448"/>
            <p14:sldId id="366"/>
            <p14:sldId id="386"/>
            <p14:sldId id="395"/>
            <p14:sldId id="397"/>
            <p14:sldId id="339"/>
            <p14:sldId id="384"/>
            <p14:sldId id="400"/>
            <p14:sldId id="398"/>
            <p14:sldId id="401"/>
            <p14:sldId id="402"/>
            <p14:sldId id="405"/>
            <p14:sldId id="40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38" userDrawn="1">
          <p15:clr>
            <a:srgbClr val="A4A3A4"/>
          </p15:clr>
        </p15:guide>
        <p15:guide id="2" pos="45" userDrawn="1">
          <p15:clr>
            <a:srgbClr val="A4A3A4"/>
          </p15:clr>
        </p15:guide>
        <p15:guide id="3" pos="5692" userDrawn="1">
          <p15:clr>
            <a:srgbClr val="A4A3A4"/>
          </p15:clr>
        </p15:guide>
        <p15:guide id="4" orient="horz" pos="1981" userDrawn="1">
          <p15:clr>
            <a:srgbClr val="A4A3A4"/>
          </p15:clr>
        </p15:guide>
        <p15:guide id="5" orient="horz" pos="2662" userDrawn="1">
          <p15:clr>
            <a:srgbClr val="A4A3A4"/>
          </p15:clr>
        </p15:guide>
        <p15:guide id="6" orient="horz" pos="2004" userDrawn="1">
          <p15:clr>
            <a:srgbClr val="A4A3A4"/>
          </p15:clr>
        </p15:guide>
        <p15:guide id="8" pos="3787" userDrawn="1">
          <p15:clr>
            <a:srgbClr val="A4A3A4"/>
          </p15:clr>
        </p15:guide>
        <p15:guide id="9" pos="22" userDrawn="1">
          <p15:clr>
            <a:srgbClr val="A4A3A4"/>
          </p15:clr>
        </p15:guide>
        <p15:guide id="10" pos="5738" userDrawn="1">
          <p15:clr>
            <a:srgbClr val="A4A3A4"/>
          </p15:clr>
        </p15:guide>
        <p15:guide id="11" pos="3288" userDrawn="1">
          <p15:clr>
            <a:srgbClr val="A4A3A4"/>
          </p15:clr>
        </p15:guide>
        <p15:guide id="12" pos="2880" userDrawn="1">
          <p15:clr>
            <a:srgbClr val="A4A3A4"/>
          </p15:clr>
        </p15:guide>
        <p15:guide id="13" orient="horz" pos="1800" userDrawn="1">
          <p15:clr>
            <a:srgbClr val="A4A3A4"/>
          </p15:clr>
        </p15:guide>
        <p15:guide id="14" orient="horz" pos="1891" userDrawn="1">
          <p15:clr>
            <a:srgbClr val="A4A3A4"/>
          </p15:clr>
        </p15:guide>
        <p15:guide id="15" orient="horz" pos="2000" userDrawn="1">
          <p15:clr>
            <a:srgbClr val="A4A3A4"/>
          </p15:clr>
        </p15:guide>
        <p15:guide id="16" orient="horz" pos="2911" userDrawn="1">
          <p15:clr>
            <a:srgbClr val="A4A3A4"/>
          </p15:clr>
        </p15:guide>
        <p15:guide id="17" pos="1905" userDrawn="1">
          <p15:clr>
            <a:srgbClr val="A4A3A4"/>
          </p15:clr>
        </p15:guide>
        <p15:guide id="18" pos="3742" userDrawn="1">
          <p15:clr>
            <a:srgbClr val="A4A3A4"/>
          </p15:clr>
        </p15:guide>
        <p15:guide id="19" pos="2980" userDrawn="1">
          <p15:clr>
            <a:srgbClr val="A4A3A4"/>
          </p15:clr>
        </p15:guide>
        <p15:guide id="20" orient="horz" pos="3297" userDrawn="1">
          <p15:clr>
            <a:srgbClr val="A4A3A4"/>
          </p15:clr>
        </p15:guide>
        <p15:guide id="21" orient="horz" pos="1936" userDrawn="1">
          <p15:clr>
            <a:srgbClr val="A4A3A4"/>
          </p15:clr>
        </p15:guide>
        <p15:guide id="22" pos="3084" userDrawn="1">
          <p15:clr>
            <a:srgbClr val="A4A3A4"/>
          </p15:clr>
        </p15:guide>
        <p15:guide id="23" pos="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99C6"/>
    <a:srgbClr val="FFFFFF"/>
    <a:srgbClr val="EB5B00"/>
    <a:srgbClr val="D5CEA3"/>
    <a:srgbClr val="EA4C46"/>
    <a:srgbClr val="F07470"/>
    <a:srgbClr val="F6BDC0"/>
    <a:srgbClr val="F1959B"/>
    <a:srgbClr val="DC1209"/>
    <a:srgbClr val="F07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DCD8C-CE03-4555-868B-848F481682A7}" v="438" dt="2026-09-05T09:27:59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 autoAdjust="0"/>
    <p:restoredTop sz="92241" autoAdjust="0"/>
  </p:normalViewPr>
  <p:slideViewPr>
    <p:cSldViewPr snapToGrid="0">
      <p:cViewPr>
        <p:scale>
          <a:sx n="75" d="100"/>
          <a:sy n="75" d="100"/>
        </p:scale>
        <p:origin x="1236" y="-8"/>
      </p:cViewPr>
      <p:guideLst>
        <p:guide orient="horz" pos="938"/>
        <p:guide pos="45"/>
        <p:guide pos="5692"/>
        <p:guide orient="horz" pos="1981"/>
        <p:guide orient="horz" pos="2662"/>
        <p:guide orient="horz" pos="2004"/>
        <p:guide pos="3787"/>
        <p:guide pos="22"/>
        <p:guide pos="5738"/>
        <p:guide pos="3288"/>
        <p:guide pos="2880"/>
        <p:guide orient="horz" pos="1800"/>
        <p:guide orient="horz" pos="1891"/>
        <p:guide orient="horz" pos="2000"/>
        <p:guide orient="horz" pos="2911"/>
        <p:guide pos="1905"/>
        <p:guide pos="3742"/>
        <p:guide pos="2980"/>
        <p:guide orient="horz" pos="3297"/>
        <p:guide orient="horz" pos="1936"/>
        <p:guide pos="3084"/>
        <p:guide pos="1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928" y="8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재 황" userId="bf00b6b0cb0d191a" providerId="LiveId" clId="{374411F7-24C3-48E5-AFA8-97AF051099B7}"/>
    <pc:docChg chg="undo redo custSel addSld delSld modSld sldOrd modMainMaster delSection modSection">
      <pc:chgData name="민재 황" userId="bf00b6b0cb0d191a" providerId="LiveId" clId="{374411F7-24C3-48E5-AFA8-97AF051099B7}" dt="2026-09-05T09:25:59.459" v="23029" actId="20577"/>
      <pc:docMkLst>
        <pc:docMk/>
      </pc:docMkLst>
      <pc:sldChg chg="addSp delSp modSp mod ord">
        <pc:chgData name="민재 황" userId="bf00b6b0cb0d191a" providerId="LiveId" clId="{374411F7-24C3-48E5-AFA8-97AF051099B7}" dt="2026-09-05T09:14:29.165" v="22982" actId="255"/>
        <pc:sldMkLst>
          <pc:docMk/>
          <pc:sldMk cId="3002703759" sldId="339"/>
        </pc:sldMkLst>
        <pc:spChg chg="mod">
          <ac:chgData name="민재 황" userId="bf00b6b0cb0d191a" providerId="LiveId" clId="{374411F7-24C3-48E5-AFA8-97AF051099B7}" dt="2026-09-05T09:11:46.649" v="22969" actId="1076"/>
          <ac:spMkLst>
            <pc:docMk/>
            <pc:sldMk cId="3002703759" sldId="339"/>
            <ac:spMk id="13" creationId="{FF8802B3-6DFA-56E3-C4AF-F644CC338EB4}"/>
          </ac:spMkLst>
        </pc:spChg>
        <pc:graphicFrameChg chg="add mod">
          <ac:chgData name="민재 황" userId="bf00b6b0cb0d191a" providerId="LiveId" clId="{374411F7-24C3-48E5-AFA8-97AF051099B7}" dt="2026-09-05T09:14:29.165" v="22982" actId="255"/>
          <ac:graphicFrameMkLst>
            <pc:docMk/>
            <pc:sldMk cId="3002703759" sldId="339"/>
            <ac:graphicFrameMk id="2" creationId="{22FC5637-F511-CBB2-4971-59696F4CB98F}"/>
          </ac:graphicFrameMkLst>
        </pc:graphicFrameChg>
        <pc:graphicFrameChg chg="add del mod">
          <ac:chgData name="민재 황" userId="bf00b6b0cb0d191a" providerId="LiveId" clId="{374411F7-24C3-48E5-AFA8-97AF051099B7}" dt="2026-09-05T09:06:12.073" v="22960" actId="478"/>
          <ac:graphicFrameMkLst>
            <pc:docMk/>
            <pc:sldMk cId="3002703759" sldId="339"/>
            <ac:graphicFrameMk id="9" creationId="{F57F2F90-3EA3-FD67-13AA-FFBA03C6EF83}"/>
          </ac:graphicFrameMkLst>
        </pc:graphicFrameChg>
        <pc:graphicFrameChg chg="add del mod">
          <ac:chgData name="민재 황" userId="bf00b6b0cb0d191a" providerId="LiveId" clId="{374411F7-24C3-48E5-AFA8-97AF051099B7}" dt="2026-09-05T09:11:43.354" v="22966" actId="478"/>
          <ac:graphicFrameMkLst>
            <pc:docMk/>
            <pc:sldMk cId="3002703759" sldId="339"/>
            <ac:graphicFrameMk id="10" creationId="{C670BD01-3EFA-6806-F9BE-F69FDDBDC4D3}"/>
          </ac:graphicFrameMkLst>
        </pc:graphicFrameChg>
        <pc:graphicFrameChg chg="add mod">
          <ac:chgData name="민재 황" userId="bf00b6b0cb0d191a" providerId="LiveId" clId="{374411F7-24C3-48E5-AFA8-97AF051099B7}" dt="2026-09-05T09:14:25.052" v="22981" actId="255"/>
          <ac:graphicFrameMkLst>
            <pc:docMk/>
            <pc:sldMk cId="3002703759" sldId="339"/>
            <ac:graphicFrameMk id="11" creationId="{295FCF48-8A78-EA9C-21E5-118AD37A75F9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9:06:02.560" v="22959" actId="478"/>
        <pc:sldMkLst>
          <pc:docMk/>
          <pc:sldMk cId="710536440" sldId="346"/>
        </pc:sldMkLst>
        <pc:spChg chg="del">
          <ac:chgData name="민재 황" userId="bf00b6b0cb0d191a" providerId="LiveId" clId="{374411F7-24C3-48E5-AFA8-97AF051099B7}" dt="2026-09-05T09:06:02.560" v="22959" actId="478"/>
          <ac:spMkLst>
            <pc:docMk/>
            <pc:sldMk cId="710536440" sldId="346"/>
            <ac:spMk id="7" creationId="{000D5493-C59B-B1C2-BBB2-C691A1500362}"/>
          </ac:spMkLst>
        </pc:spChg>
        <pc:graphicFrameChg chg="mod modGraphic">
          <ac:chgData name="민재 황" userId="bf00b6b0cb0d191a" providerId="LiveId" clId="{374411F7-24C3-48E5-AFA8-97AF051099B7}" dt="2026-09-05T09:06:00.180" v="22958"/>
          <ac:graphicFrameMkLst>
            <pc:docMk/>
            <pc:sldMk cId="710536440" sldId="346"/>
            <ac:graphicFrameMk id="10" creationId="{AC7CAF8C-C60D-DD4C-24B8-D17F5E8F2C6A}"/>
          </ac:graphicFrameMkLst>
        </pc:graphicFrameChg>
      </pc:sldChg>
      <pc:sldChg chg="addSp delSp modSp mod">
        <pc:chgData name="민재 황" userId="bf00b6b0cb0d191a" providerId="LiveId" clId="{374411F7-24C3-48E5-AFA8-97AF051099B7}" dt="2026-09-05T07:35:57.268" v="22361" actId="20577"/>
        <pc:sldMkLst>
          <pc:docMk/>
          <pc:sldMk cId="909473731" sldId="366"/>
        </pc:sldMkLst>
        <pc:spChg chg="add del mod">
          <ac:chgData name="민재 황" userId="bf00b6b0cb0d191a" providerId="LiveId" clId="{374411F7-24C3-48E5-AFA8-97AF051099B7}" dt="2026-09-05T07:35:57.268" v="22361" actId="20577"/>
          <ac:spMkLst>
            <pc:docMk/>
            <pc:sldMk cId="909473731" sldId="366"/>
            <ac:spMk id="6" creationId="{AB0411AE-760C-2F47-7F3D-37796EBAFBE0}"/>
          </ac:spMkLst>
        </pc:spChg>
      </pc:sldChg>
      <pc:sldChg chg="addSp delSp modSp add mod ord">
        <pc:chgData name="민재 황" userId="bf00b6b0cb0d191a" providerId="LiveId" clId="{374411F7-24C3-48E5-AFA8-97AF051099B7}" dt="2026-09-05T09:25:59.459" v="23029" actId="20577"/>
        <pc:sldMkLst>
          <pc:docMk/>
          <pc:sldMk cId="3423159400" sldId="371"/>
        </pc:sldMkLst>
        <pc:spChg chg="del mod">
          <ac:chgData name="민재 황" userId="bf00b6b0cb0d191a" providerId="LiveId" clId="{374411F7-24C3-48E5-AFA8-97AF051099B7}" dt="2026-09-05T08:10:58.132" v="22506"/>
          <ac:spMkLst>
            <pc:docMk/>
            <pc:sldMk cId="3423159400" sldId="371"/>
            <ac:spMk id="7" creationId="{B111B9EE-34DC-9B6A-D726-1F9C4F107B3E}"/>
          </ac:spMkLst>
        </pc:spChg>
        <pc:spChg chg="mod">
          <ac:chgData name="민재 황" userId="bf00b6b0cb0d191a" providerId="LiveId" clId="{374411F7-24C3-48E5-AFA8-97AF051099B7}" dt="2026-09-05T09:25:56.377" v="23028" actId="20577"/>
          <ac:spMkLst>
            <pc:docMk/>
            <pc:sldMk cId="3423159400" sldId="371"/>
            <ac:spMk id="12" creationId="{EE01A606-FDE7-5A92-43C2-8E3BE704BE4B}"/>
          </ac:spMkLst>
        </pc:spChg>
        <pc:spChg chg="mod">
          <ac:chgData name="민재 황" userId="bf00b6b0cb0d191a" providerId="LiveId" clId="{374411F7-24C3-48E5-AFA8-97AF051099B7}" dt="2026-09-05T09:25:59.459" v="23029" actId="20577"/>
          <ac:spMkLst>
            <pc:docMk/>
            <pc:sldMk cId="3423159400" sldId="371"/>
            <ac:spMk id="14" creationId="{8F833409-0834-D337-A961-3722E43D13A0}"/>
          </ac:spMkLst>
        </pc:spChg>
        <pc:graphicFrameChg chg="add del mod">
          <ac:chgData name="민재 황" userId="bf00b6b0cb0d191a" providerId="LiveId" clId="{374411F7-24C3-48E5-AFA8-97AF051099B7}" dt="2026-09-05T09:22:33.990" v="22983" actId="478"/>
          <ac:graphicFrameMkLst>
            <pc:docMk/>
            <pc:sldMk cId="3423159400" sldId="371"/>
            <ac:graphicFrameMk id="6" creationId="{C0B05B05-447D-E256-E588-FFA92FF60FF1}"/>
          </ac:graphicFrameMkLst>
        </pc:graphicFrameChg>
        <pc:graphicFrameChg chg="add mod">
          <ac:chgData name="민재 황" userId="bf00b6b0cb0d191a" providerId="LiveId" clId="{374411F7-24C3-48E5-AFA8-97AF051099B7}" dt="2026-09-05T09:24:59.059" v="23004" actId="554"/>
          <ac:graphicFrameMkLst>
            <pc:docMk/>
            <pc:sldMk cId="3423159400" sldId="371"/>
            <ac:graphicFrameMk id="7" creationId="{CCF776F5-976B-E2E8-797C-B04E6663786D}"/>
          </ac:graphicFrameMkLst>
        </pc:graphicFrameChg>
        <pc:graphicFrameChg chg="add del mod">
          <ac:chgData name="민재 황" userId="bf00b6b0cb0d191a" providerId="LiveId" clId="{374411F7-24C3-48E5-AFA8-97AF051099B7}" dt="2026-09-05T09:23:41.461" v="22999" actId="478"/>
          <ac:graphicFrameMkLst>
            <pc:docMk/>
            <pc:sldMk cId="3423159400" sldId="371"/>
            <ac:graphicFrameMk id="8" creationId="{8DC41427-FA0E-47C9-F943-AC9FAC60F416}"/>
          </ac:graphicFrameMkLst>
        </pc:graphicFrameChg>
        <pc:graphicFrameChg chg="add mod">
          <ac:chgData name="민재 황" userId="bf00b6b0cb0d191a" providerId="LiveId" clId="{374411F7-24C3-48E5-AFA8-97AF051099B7}" dt="2026-09-05T09:25:51.564" v="23027" actId="1582"/>
          <ac:graphicFrameMkLst>
            <pc:docMk/>
            <pc:sldMk cId="3423159400" sldId="371"/>
            <ac:graphicFrameMk id="9" creationId="{4FF807F6-931B-DFDF-47AE-118B8EDB8B47}"/>
          </ac:graphicFrameMkLst>
        </pc:graphicFrameChg>
      </pc:sldChg>
      <pc:sldChg chg="addSp delSp modSp add mod ord">
        <pc:chgData name="민재 황" userId="bf00b6b0cb0d191a" providerId="LiveId" clId="{374411F7-24C3-48E5-AFA8-97AF051099B7}" dt="2026-09-05T07:50:23.181" v="22395" actId="207"/>
        <pc:sldMkLst>
          <pc:docMk/>
          <pc:sldMk cId="4019124995" sldId="384"/>
        </pc:sldMkLst>
        <pc:spChg chg="mod">
          <ac:chgData name="민재 황" userId="bf00b6b0cb0d191a" providerId="LiveId" clId="{374411F7-24C3-48E5-AFA8-97AF051099B7}" dt="2026-08-30T02:28:18.827" v="21016" actId="20577"/>
          <ac:spMkLst>
            <pc:docMk/>
            <pc:sldMk cId="4019124995" sldId="384"/>
            <ac:spMk id="7" creationId="{7E97580C-D9D9-19B2-9084-499F348C2661}"/>
          </ac:spMkLst>
        </pc:spChg>
        <pc:spChg chg="mod">
          <ac:chgData name="민재 황" userId="bf00b6b0cb0d191a" providerId="LiveId" clId="{374411F7-24C3-48E5-AFA8-97AF051099B7}" dt="2026-09-05T07:49:28.662" v="22388" actId="207"/>
          <ac:spMkLst>
            <pc:docMk/>
            <pc:sldMk cId="4019124995" sldId="384"/>
            <ac:spMk id="9" creationId="{170F01A7-AC71-5D76-B6A2-13674BF56534}"/>
          </ac:spMkLst>
        </pc:spChg>
        <pc:spChg chg="mod">
          <ac:chgData name="민재 황" userId="bf00b6b0cb0d191a" providerId="LiveId" clId="{374411F7-24C3-48E5-AFA8-97AF051099B7}" dt="2026-09-05T07:49:28.662" v="22388" actId="207"/>
          <ac:spMkLst>
            <pc:docMk/>
            <pc:sldMk cId="4019124995" sldId="384"/>
            <ac:spMk id="10" creationId="{AAA121D7-4A1F-A8F9-76B0-18F4A0EB733D}"/>
          </ac:spMkLst>
        </pc:spChg>
        <pc:grpChg chg="mod">
          <ac:chgData name="민재 황" userId="bf00b6b0cb0d191a" providerId="LiveId" clId="{374411F7-24C3-48E5-AFA8-97AF051099B7}" dt="2026-09-05T07:49:28.662" v="22388" actId="207"/>
          <ac:grpSpMkLst>
            <pc:docMk/>
            <pc:sldMk cId="4019124995" sldId="384"/>
            <ac:grpSpMk id="2" creationId="{522333B9-5B63-91F8-DE02-4110CD49E639}"/>
          </ac:grpSpMkLst>
        </pc:grpChg>
        <pc:graphicFrameChg chg="mod modGraphic">
          <ac:chgData name="민재 황" userId="bf00b6b0cb0d191a" providerId="LiveId" clId="{374411F7-24C3-48E5-AFA8-97AF051099B7}" dt="2026-09-05T07:50:23.181" v="22395" actId="207"/>
          <ac:graphicFrameMkLst>
            <pc:docMk/>
            <pc:sldMk cId="4019124995" sldId="384"/>
            <ac:graphicFrameMk id="72" creationId="{73D5609A-C683-99E1-E5CE-15B1F9714DE8}"/>
          </ac:graphicFrameMkLst>
        </pc:graphicFrameChg>
        <pc:graphicFrameChg chg="mod modGraphic">
          <ac:chgData name="민재 황" userId="bf00b6b0cb0d191a" providerId="LiveId" clId="{374411F7-24C3-48E5-AFA8-97AF051099B7}" dt="2026-09-05T07:49:21.488" v="22386" actId="207"/>
          <ac:graphicFrameMkLst>
            <pc:docMk/>
            <pc:sldMk cId="4019124995" sldId="384"/>
            <ac:graphicFrameMk id="92" creationId="{223D33A3-92F5-8DC7-7E6D-D2AB6136BC7E}"/>
          </ac:graphicFrameMkLst>
        </pc:graphicFrameChg>
        <pc:graphicFrameChg chg="mod modGraphic">
          <ac:chgData name="민재 황" userId="bf00b6b0cb0d191a" providerId="LiveId" clId="{374411F7-24C3-48E5-AFA8-97AF051099B7}" dt="2026-09-05T07:49:24.237" v="22387" actId="207"/>
          <ac:graphicFrameMkLst>
            <pc:docMk/>
            <pc:sldMk cId="4019124995" sldId="384"/>
            <ac:graphicFrameMk id="95" creationId="{68EB86C0-D063-77D1-722D-DD6E18FC2997}"/>
          </ac:graphicFrameMkLst>
        </pc:graphicFrameChg>
      </pc:sldChg>
      <pc:sldChg chg="addSp delSp modSp new mod ord">
        <pc:chgData name="민재 황" userId="bf00b6b0cb0d191a" providerId="LiveId" clId="{374411F7-24C3-48E5-AFA8-97AF051099B7}" dt="2026-09-05T07:48:40.633" v="22383" actId="207"/>
        <pc:sldMkLst>
          <pc:docMk/>
          <pc:sldMk cId="315628521" sldId="386"/>
        </pc:sldMkLst>
        <pc:spChg chg="mod">
          <ac:chgData name="민재 황" userId="bf00b6b0cb0d191a" providerId="LiveId" clId="{374411F7-24C3-48E5-AFA8-97AF051099B7}" dt="2026-08-30T02:26:09.749" v="20954" actId="20577"/>
          <ac:spMkLst>
            <pc:docMk/>
            <pc:sldMk cId="315628521" sldId="386"/>
            <ac:spMk id="8" creationId="{AA556783-3619-2AE8-C002-85ADA579620F}"/>
          </ac:spMkLst>
        </pc:spChg>
        <pc:spChg chg="mod">
          <ac:chgData name="민재 황" userId="bf00b6b0cb0d191a" providerId="LiveId" clId="{374411F7-24C3-48E5-AFA8-97AF051099B7}" dt="2026-08-09T05:14:00.851" v="17068" actId="207"/>
          <ac:spMkLst>
            <pc:docMk/>
            <pc:sldMk cId="315628521" sldId="386"/>
            <ac:spMk id="39" creationId="{70D68304-79D6-FA91-6160-AC5F39122F09}"/>
          </ac:spMkLst>
        </pc:spChg>
        <pc:spChg chg="mod">
          <ac:chgData name="민재 황" userId="bf00b6b0cb0d191a" providerId="LiveId" clId="{374411F7-24C3-48E5-AFA8-97AF051099B7}" dt="2026-08-09T05:14:36.531" v="17073" actId="207"/>
          <ac:spMkLst>
            <pc:docMk/>
            <pc:sldMk cId="315628521" sldId="386"/>
            <ac:spMk id="40" creationId="{C7E8189B-84CF-9EBE-12AB-60617574B783}"/>
          </ac:spMkLst>
        </pc:spChg>
        <pc:spChg chg="mod">
          <ac:chgData name="민재 황" userId="bf00b6b0cb0d191a" providerId="LiveId" clId="{374411F7-24C3-48E5-AFA8-97AF051099B7}" dt="2026-09-05T07:48:26.209" v="22380" actId="207"/>
          <ac:spMkLst>
            <pc:docMk/>
            <pc:sldMk cId="315628521" sldId="386"/>
            <ac:spMk id="41" creationId="{3819AB5B-567F-3B53-C7FD-6FC25CD0DE43}"/>
          </ac:spMkLst>
        </pc:spChg>
        <pc:spChg chg="mod">
          <ac:chgData name="민재 황" userId="bf00b6b0cb0d191a" providerId="LiveId" clId="{374411F7-24C3-48E5-AFA8-97AF051099B7}" dt="2026-09-05T07:48:15.362" v="22379" actId="207"/>
          <ac:spMkLst>
            <pc:docMk/>
            <pc:sldMk cId="315628521" sldId="386"/>
            <ac:spMk id="43" creationId="{DDF7584B-9A05-7939-04B6-B83A4C43EEA7}"/>
          </ac:spMkLst>
        </pc:spChg>
        <pc:spChg chg="mod">
          <ac:chgData name="민재 황" userId="bf00b6b0cb0d191a" providerId="LiveId" clId="{374411F7-24C3-48E5-AFA8-97AF051099B7}" dt="2026-09-05T07:48:36.303" v="22381" actId="207"/>
          <ac:spMkLst>
            <pc:docMk/>
            <pc:sldMk cId="315628521" sldId="386"/>
            <ac:spMk id="44" creationId="{8DC0C9A8-B523-F737-7A85-3957DBBCAF31}"/>
          </ac:spMkLst>
        </pc:spChg>
        <pc:spChg chg="mod">
          <ac:chgData name="민재 황" userId="bf00b6b0cb0d191a" providerId="LiveId" clId="{374411F7-24C3-48E5-AFA8-97AF051099B7}" dt="2026-09-05T07:48:38.742" v="22382" actId="207"/>
          <ac:spMkLst>
            <pc:docMk/>
            <pc:sldMk cId="315628521" sldId="386"/>
            <ac:spMk id="45" creationId="{97188B50-C2E3-EC10-00AC-2F45B92A3523}"/>
          </ac:spMkLst>
        </pc:spChg>
        <pc:spChg chg="mod">
          <ac:chgData name="민재 황" userId="bf00b6b0cb0d191a" providerId="LiveId" clId="{374411F7-24C3-48E5-AFA8-97AF051099B7}" dt="2026-09-05T07:48:40.633" v="22383" actId="207"/>
          <ac:spMkLst>
            <pc:docMk/>
            <pc:sldMk cId="315628521" sldId="386"/>
            <ac:spMk id="46" creationId="{55B87608-9D3F-D2C7-E0DD-8D2C67B505D3}"/>
          </ac:spMkLst>
        </pc:spChg>
        <pc:grpChg chg="mod">
          <ac:chgData name="민재 황" userId="bf00b6b0cb0d191a" providerId="LiveId" clId="{374411F7-24C3-48E5-AFA8-97AF051099B7}" dt="2026-08-09T05:13:19.441" v="17063" actId="1076"/>
          <ac:grpSpMkLst>
            <pc:docMk/>
            <pc:sldMk cId="315628521" sldId="386"/>
            <ac:grpSpMk id="38" creationId="{5C8A000B-AE1F-CFA0-2303-5F87C0C55D82}"/>
          </ac:grpSpMkLst>
        </pc:grpChg>
        <pc:graphicFrameChg chg="mod modGraphic">
          <ac:chgData name="민재 황" userId="bf00b6b0cb0d191a" providerId="LiveId" clId="{374411F7-24C3-48E5-AFA8-97AF051099B7}" dt="2026-09-05T07:47:37.756" v="22371" actId="207"/>
          <ac:graphicFrameMkLst>
            <pc:docMk/>
            <pc:sldMk cId="315628521" sldId="386"/>
            <ac:graphicFrameMk id="77" creationId="{E3BADEF6-05FF-45A6-E5F1-A21580EC3B21}"/>
          </ac:graphicFrameMkLst>
        </pc:graphicFrameChg>
        <pc:graphicFrameChg chg="add mod ord modGraphic">
          <ac:chgData name="민재 황" userId="bf00b6b0cb0d191a" providerId="LiveId" clId="{374411F7-24C3-48E5-AFA8-97AF051099B7}" dt="2026-09-05T07:47:43.048" v="22373" actId="207"/>
          <ac:graphicFrameMkLst>
            <pc:docMk/>
            <pc:sldMk cId="315628521" sldId="386"/>
            <ac:graphicFrameMk id="93" creationId="{977AC961-900A-9EAA-8C5F-D4DD16C8474B}"/>
          </ac:graphicFrameMkLst>
        </pc:graphicFrameChg>
        <pc:graphicFrameChg chg="add mod modGraphic">
          <ac:chgData name="민재 황" userId="bf00b6b0cb0d191a" providerId="LiveId" clId="{374411F7-24C3-48E5-AFA8-97AF051099B7}" dt="2026-09-05T07:47:48.506" v="22375" actId="207"/>
          <ac:graphicFrameMkLst>
            <pc:docMk/>
            <pc:sldMk cId="315628521" sldId="386"/>
            <ac:graphicFrameMk id="95" creationId="{44EBE388-E1DC-48A5-2634-98B01E61E890}"/>
          </ac:graphicFrameMkLst>
        </pc:graphicFrameChg>
        <pc:graphicFrameChg chg="add mod modGraphic">
          <ac:chgData name="민재 황" userId="bf00b6b0cb0d191a" providerId="LiveId" clId="{374411F7-24C3-48E5-AFA8-97AF051099B7}" dt="2026-09-05T07:48:03.539" v="22378" actId="207"/>
          <ac:graphicFrameMkLst>
            <pc:docMk/>
            <pc:sldMk cId="315628521" sldId="386"/>
            <ac:graphicFrameMk id="97" creationId="{6D0BB7CC-9DBC-4FC0-55D7-EAC64EC29F38}"/>
          </ac:graphicFrameMkLst>
        </pc:graphicFrameChg>
      </pc:sldChg>
      <pc:sldChg chg="addSp delSp modSp add mod ord">
        <pc:chgData name="민재 황" userId="bf00b6b0cb0d191a" providerId="LiveId" clId="{374411F7-24C3-48E5-AFA8-97AF051099B7}" dt="2026-09-05T08:41:47.395" v="22780" actId="207"/>
        <pc:sldMkLst>
          <pc:docMk/>
          <pc:sldMk cId="624154114" sldId="387"/>
        </pc:sldMkLst>
        <pc:spChg chg="mod">
          <ac:chgData name="민재 황" userId="bf00b6b0cb0d191a" providerId="LiveId" clId="{374411F7-24C3-48E5-AFA8-97AF051099B7}" dt="2026-08-30T02:27:22.390" v="21009" actId="20577"/>
          <ac:spMkLst>
            <pc:docMk/>
            <pc:sldMk cId="624154114" sldId="387"/>
            <ac:spMk id="5" creationId="{730148ED-B9C0-0120-2D1E-1D8BF80BCF45}"/>
          </ac:spMkLst>
        </pc:spChg>
        <pc:spChg chg="mod">
          <ac:chgData name="민재 황" userId="bf00b6b0cb0d191a" providerId="LiveId" clId="{374411F7-24C3-48E5-AFA8-97AF051099B7}" dt="2026-09-05T08:41:17.499" v="22771" actId="207"/>
          <ac:spMkLst>
            <pc:docMk/>
            <pc:sldMk cId="624154114" sldId="387"/>
            <ac:spMk id="91" creationId="{AF3761CF-1AC4-AD63-29FA-E5AE9389D99A}"/>
          </ac:spMkLst>
        </pc:spChg>
        <pc:spChg chg="mod">
          <ac:chgData name="민재 황" userId="bf00b6b0cb0d191a" providerId="LiveId" clId="{374411F7-24C3-48E5-AFA8-97AF051099B7}" dt="2026-09-05T08:41:36.103" v="22777" actId="207"/>
          <ac:spMkLst>
            <pc:docMk/>
            <pc:sldMk cId="624154114" sldId="387"/>
            <ac:spMk id="92" creationId="{D09038E1-7352-FE5E-B8F6-E474D07B9C6F}"/>
          </ac:spMkLst>
        </pc:spChg>
        <pc:spChg chg="mod">
          <ac:chgData name="민재 황" userId="bf00b6b0cb0d191a" providerId="LiveId" clId="{374411F7-24C3-48E5-AFA8-97AF051099B7}" dt="2026-09-05T08:40:58.661" v="22764" actId="207"/>
          <ac:spMkLst>
            <pc:docMk/>
            <pc:sldMk cId="624154114" sldId="387"/>
            <ac:spMk id="99" creationId="{27255DD8-92D5-2A6F-A976-A5A268F5849F}"/>
          </ac:spMkLst>
        </pc:spChg>
        <pc:spChg chg="mod">
          <ac:chgData name="민재 황" userId="bf00b6b0cb0d191a" providerId="LiveId" clId="{374411F7-24C3-48E5-AFA8-97AF051099B7}" dt="2026-09-05T08:41:15.622" v="22770" actId="207"/>
          <ac:spMkLst>
            <pc:docMk/>
            <pc:sldMk cId="624154114" sldId="387"/>
            <ac:spMk id="102" creationId="{7656B840-F8F0-D208-7362-E8D60C493534}"/>
          </ac:spMkLst>
        </pc:spChg>
        <pc:spChg chg="mod">
          <ac:chgData name="민재 황" userId="bf00b6b0cb0d191a" providerId="LiveId" clId="{374411F7-24C3-48E5-AFA8-97AF051099B7}" dt="2026-09-05T08:41:41.414" v="22779" actId="207"/>
          <ac:spMkLst>
            <pc:docMk/>
            <pc:sldMk cId="624154114" sldId="387"/>
            <ac:spMk id="107" creationId="{1C5B9D02-A9C7-36C8-3C1F-B5078F28411C}"/>
          </ac:spMkLst>
        </pc:spChg>
        <pc:spChg chg="mod">
          <ac:chgData name="민재 황" userId="bf00b6b0cb0d191a" providerId="LiveId" clId="{374411F7-24C3-48E5-AFA8-97AF051099B7}" dt="2026-09-05T08:41:00.821" v="22765" actId="207"/>
          <ac:spMkLst>
            <pc:docMk/>
            <pc:sldMk cId="624154114" sldId="387"/>
            <ac:spMk id="110" creationId="{5BE6E32F-8CF9-7C07-6620-FF9C46F89C97}"/>
          </ac:spMkLst>
        </pc:spChg>
        <pc:spChg chg="mod">
          <ac:chgData name="민재 황" userId="bf00b6b0cb0d191a" providerId="LiveId" clId="{374411F7-24C3-48E5-AFA8-97AF051099B7}" dt="2026-09-05T08:41:03.373" v="22766" actId="207"/>
          <ac:spMkLst>
            <pc:docMk/>
            <pc:sldMk cId="624154114" sldId="387"/>
            <ac:spMk id="111" creationId="{186A5F78-794B-6F63-C6C1-52955D144261}"/>
          </ac:spMkLst>
        </pc:spChg>
        <pc:spChg chg="mod">
          <ac:chgData name="민재 황" userId="bf00b6b0cb0d191a" providerId="LiveId" clId="{374411F7-24C3-48E5-AFA8-97AF051099B7}" dt="2026-09-05T08:41:28.928" v="22775" actId="207"/>
          <ac:spMkLst>
            <pc:docMk/>
            <pc:sldMk cId="624154114" sldId="387"/>
            <ac:spMk id="112" creationId="{1DCD73D2-58B0-3571-C634-A8D3DF8FC391}"/>
          </ac:spMkLst>
        </pc:spChg>
        <pc:spChg chg="mod">
          <ac:chgData name="민재 황" userId="bf00b6b0cb0d191a" providerId="LiveId" clId="{374411F7-24C3-48E5-AFA8-97AF051099B7}" dt="2026-09-05T08:41:09.615" v="22768" actId="207"/>
          <ac:spMkLst>
            <pc:docMk/>
            <pc:sldMk cId="624154114" sldId="387"/>
            <ac:spMk id="114" creationId="{B80FCA13-701D-FAD3-CF8C-12E03335D94B}"/>
          </ac:spMkLst>
        </pc:spChg>
        <pc:spChg chg="mod">
          <ac:chgData name="민재 황" userId="bf00b6b0cb0d191a" providerId="LiveId" clId="{374411F7-24C3-48E5-AFA8-97AF051099B7}" dt="2026-09-05T08:41:13.889" v="22769" actId="207"/>
          <ac:spMkLst>
            <pc:docMk/>
            <pc:sldMk cId="624154114" sldId="387"/>
            <ac:spMk id="115" creationId="{2130DBB6-2D09-733F-4366-B4D18B22FA71}"/>
          </ac:spMkLst>
        </pc:spChg>
        <pc:spChg chg="mod">
          <ac:chgData name="민재 황" userId="bf00b6b0cb0d191a" providerId="LiveId" clId="{374411F7-24C3-48E5-AFA8-97AF051099B7}" dt="2026-09-05T08:41:39.051" v="22778" actId="207"/>
          <ac:spMkLst>
            <pc:docMk/>
            <pc:sldMk cId="624154114" sldId="387"/>
            <ac:spMk id="118" creationId="{FA515392-1875-ED93-B6D6-E469F8655100}"/>
          </ac:spMkLst>
        </pc:spChg>
        <pc:spChg chg="mod">
          <ac:chgData name="민재 황" userId="bf00b6b0cb0d191a" providerId="LiveId" clId="{374411F7-24C3-48E5-AFA8-97AF051099B7}" dt="2026-09-05T08:41:26.725" v="22774" actId="207"/>
          <ac:spMkLst>
            <pc:docMk/>
            <pc:sldMk cId="624154114" sldId="387"/>
            <ac:spMk id="119" creationId="{A277A0AD-7D26-8A01-BB59-71062ACECE4A}"/>
          </ac:spMkLst>
        </pc:spChg>
        <pc:spChg chg="mod">
          <ac:chgData name="민재 황" userId="bf00b6b0cb0d191a" providerId="LiveId" clId="{374411F7-24C3-48E5-AFA8-97AF051099B7}" dt="2026-09-05T08:41:05.505" v="22767" actId="207"/>
          <ac:spMkLst>
            <pc:docMk/>
            <pc:sldMk cId="624154114" sldId="387"/>
            <ac:spMk id="120" creationId="{AB39DFBA-B7D9-B9FE-4782-CACB33016FBF}"/>
          </ac:spMkLst>
        </pc:spChg>
        <pc:spChg chg="mod">
          <ac:chgData name="민재 황" userId="bf00b6b0cb0d191a" providerId="LiveId" clId="{374411F7-24C3-48E5-AFA8-97AF051099B7}" dt="2026-09-05T08:41:19.425" v="22772" actId="207"/>
          <ac:spMkLst>
            <pc:docMk/>
            <pc:sldMk cId="624154114" sldId="387"/>
            <ac:spMk id="121" creationId="{86E44E3F-AFC1-8A45-A1C4-A6F71BD7A67A}"/>
          </ac:spMkLst>
        </pc:spChg>
        <pc:spChg chg="mod">
          <ac:chgData name="민재 황" userId="bf00b6b0cb0d191a" providerId="LiveId" clId="{374411F7-24C3-48E5-AFA8-97AF051099B7}" dt="2026-09-05T08:40:40.023" v="22760" actId="207"/>
          <ac:spMkLst>
            <pc:docMk/>
            <pc:sldMk cId="624154114" sldId="387"/>
            <ac:spMk id="124" creationId="{7EF61A2A-EFD7-26DC-CF34-B748E3C222CF}"/>
          </ac:spMkLst>
        </pc:spChg>
        <pc:spChg chg="mod">
          <ac:chgData name="민재 황" userId="bf00b6b0cb0d191a" providerId="LiveId" clId="{374411F7-24C3-48E5-AFA8-97AF051099B7}" dt="2026-09-05T08:40:44.583" v="22761" actId="207"/>
          <ac:spMkLst>
            <pc:docMk/>
            <pc:sldMk cId="624154114" sldId="387"/>
            <ac:spMk id="125" creationId="{E1BB757D-FFFA-2523-0510-8B24541AD615}"/>
          </ac:spMkLst>
        </pc:spChg>
        <pc:spChg chg="mod">
          <ac:chgData name="민재 황" userId="bf00b6b0cb0d191a" providerId="LiveId" clId="{374411F7-24C3-48E5-AFA8-97AF051099B7}" dt="2026-09-05T08:40:50.222" v="22762" actId="207"/>
          <ac:spMkLst>
            <pc:docMk/>
            <pc:sldMk cId="624154114" sldId="387"/>
            <ac:spMk id="126" creationId="{1FADB394-8E8D-5012-3979-4A3414F49FA2}"/>
          </ac:spMkLst>
        </pc:spChg>
        <pc:spChg chg="mod">
          <ac:chgData name="민재 황" userId="bf00b6b0cb0d191a" providerId="LiveId" clId="{374411F7-24C3-48E5-AFA8-97AF051099B7}" dt="2026-09-05T08:41:21.888" v="22773" actId="207"/>
          <ac:spMkLst>
            <pc:docMk/>
            <pc:sldMk cId="624154114" sldId="387"/>
            <ac:spMk id="128" creationId="{EFF92C1E-70F6-7414-87F0-73FC5943FEED}"/>
          </ac:spMkLst>
        </pc:spChg>
        <pc:spChg chg="mod">
          <ac:chgData name="민재 황" userId="bf00b6b0cb0d191a" providerId="LiveId" clId="{374411F7-24C3-48E5-AFA8-97AF051099B7}" dt="2026-09-05T08:41:30.788" v="22776" actId="207"/>
          <ac:spMkLst>
            <pc:docMk/>
            <pc:sldMk cId="624154114" sldId="387"/>
            <ac:spMk id="129" creationId="{EB37F7D5-48DA-0595-893D-262F2562702E}"/>
          </ac:spMkLst>
        </pc:spChg>
        <pc:spChg chg="mod">
          <ac:chgData name="민재 황" userId="bf00b6b0cb0d191a" providerId="LiveId" clId="{374411F7-24C3-48E5-AFA8-97AF051099B7}" dt="2026-09-05T08:40:54.042" v="22763" actId="207"/>
          <ac:spMkLst>
            <pc:docMk/>
            <pc:sldMk cId="624154114" sldId="387"/>
            <ac:spMk id="131" creationId="{79B09BF3-05D4-E506-5E1F-DE77849F10C7}"/>
          </ac:spMkLst>
        </pc:spChg>
        <pc:spChg chg="add mod">
          <ac:chgData name="민재 황" userId="bf00b6b0cb0d191a" providerId="LiveId" clId="{374411F7-24C3-48E5-AFA8-97AF051099B7}" dt="2026-08-09T05:32:26.028" v="17200" actId="122"/>
          <ac:spMkLst>
            <pc:docMk/>
            <pc:sldMk cId="624154114" sldId="387"/>
            <ac:spMk id="136" creationId="{42BF10D1-D1DF-CF05-7D20-565237C47016}"/>
          </ac:spMkLst>
        </pc:spChg>
        <pc:spChg chg="add mod">
          <ac:chgData name="민재 황" userId="bf00b6b0cb0d191a" providerId="LiveId" clId="{374411F7-24C3-48E5-AFA8-97AF051099B7}" dt="2026-08-09T05:32:26.028" v="17200" actId="122"/>
          <ac:spMkLst>
            <pc:docMk/>
            <pc:sldMk cId="624154114" sldId="387"/>
            <ac:spMk id="144" creationId="{214A7EF4-82A5-0D70-6C1C-4EAD3B0D266A}"/>
          </ac:spMkLst>
        </pc:spChg>
        <pc:spChg chg="add mod">
          <ac:chgData name="민재 황" userId="bf00b6b0cb0d191a" providerId="LiveId" clId="{374411F7-24C3-48E5-AFA8-97AF051099B7}" dt="2026-08-09T05:32:26.028" v="17200" actId="122"/>
          <ac:spMkLst>
            <pc:docMk/>
            <pc:sldMk cId="624154114" sldId="387"/>
            <ac:spMk id="150" creationId="{499626B4-4213-F129-7422-F48716B84BD0}"/>
          </ac:spMkLst>
        </pc:spChg>
        <pc:graphicFrameChg chg="mod modGraphic">
          <ac:chgData name="민재 황" userId="bf00b6b0cb0d191a" providerId="LiveId" clId="{374411F7-24C3-48E5-AFA8-97AF051099B7}" dt="2026-09-05T08:39:42.666" v="22746" actId="207"/>
          <ac:graphicFrameMkLst>
            <pc:docMk/>
            <pc:sldMk cId="624154114" sldId="387"/>
            <ac:graphicFrameMk id="77" creationId="{9C0C69D8-032D-BEA6-FECC-F9A04E273000}"/>
          </ac:graphicFrameMkLst>
        </pc:graphicFrameChg>
        <pc:graphicFrameChg chg="mod modGraphic">
          <ac:chgData name="민재 황" userId="bf00b6b0cb0d191a" providerId="LiveId" clId="{374411F7-24C3-48E5-AFA8-97AF051099B7}" dt="2026-09-05T08:41:47.395" v="22780" actId="207"/>
          <ac:graphicFrameMkLst>
            <pc:docMk/>
            <pc:sldMk cId="624154114" sldId="387"/>
            <ac:graphicFrameMk id="93" creationId="{4B4DA994-C841-69E5-E0AA-2594FB9AA223}"/>
          </ac:graphicFrameMkLst>
        </pc:graphicFrameChg>
        <pc:graphicFrameChg chg="mod modGraphic">
          <ac:chgData name="민재 황" userId="bf00b6b0cb0d191a" providerId="LiveId" clId="{374411F7-24C3-48E5-AFA8-97AF051099B7}" dt="2026-09-05T08:40:23.768" v="22759" actId="207"/>
          <ac:graphicFrameMkLst>
            <pc:docMk/>
            <pc:sldMk cId="624154114" sldId="387"/>
            <ac:graphicFrameMk id="95" creationId="{7BABE2FD-3DD3-651D-6C42-E14652BCC24B}"/>
          </ac:graphicFrameMkLst>
        </pc:graphicFrameChg>
        <pc:graphicFrameChg chg="mod modGraphic">
          <ac:chgData name="민재 황" userId="bf00b6b0cb0d191a" providerId="LiveId" clId="{374411F7-24C3-48E5-AFA8-97AF051099B7}" dt="2026-09-05T08:40:11.100" v="22756" actId="207"/>
          <ac:graphicFrameMkLst>
            <pc:docMk/>
            <pc:sldMk cId="624154114" sldId="387"/>
            <ac:graphicFrameMk id="97" creationId="{AC231940-C054-7C43-C7B0-D3FA8376BA68}"/>
          </ac:graphicFrameMkLst>
        </pc:graphicFrameChg>
        <pc:graphicFrameChg chg="add mod modGraphic">
          <ac:chgData name="민재 황" userId="bf00b6b0cb0d191a" providerId="LiveId" clId="{374411F7-24C3-48E5-AFA8-97AF051099B7}" dt="2026-09-05T08:40:18.587" v="22758" actId="207"/>
          <ac:graphicFrameMkLst>
            <pc:docMk/>
            <pc:sldMk cId="624154114" sldId="387"/>
            <ac:graphicFrameMk id="142" creationId="{70C85E61-595D-5181-FE2D-54A279545961}"/>
          </ac:graphicFrameMkLst>
        </pc:graphicFrameChg>
      </pc:sldChg>
      <pc:sldChg chg="addSp delSp modSp add mod ord">
        <pc:chgData name="민재 황" userId="bf00b6b0cb0d191a" providerId="LiveId" clId="{374411F7-24C3-48E5-AFA8-97AF051099B7}" dt="2026-09-05T08:43:25.408" v="22799" actId="207"/>
        <pc:sldMkLst>
          <pc:docMk/>
          <pc:sldMk cId="2583674793" sldId="388"/>
        </pc:sldMkLst>
        <pc:spChg chg="mod">
          <ac:chgData name="민재 황" userId="bf00b6b0cb0d191a" providerId="LiveId" clId="{374411F7-24C3-48E5-AFA8-97AF051099B7}" dt="2026-08-30T02:27:28.084" v="21010" actId="20577"/>
          <ac:spMkLst>
            <pc:docMk/>
            <pc:sldMk cId="2583674793" sldId="388"/>
            <ac:spMk id="5" creationId="{E27FDDC0-27D7-0C9B-A7EF-FE99F10E5282}"/>
          </ac:spMkLst>
        </pc:spChg>
        <pc:spChg chg="mod">
          <ac:chgData name="민재 황" userId="bf00b6b0cb0d191a" providerId="LiveId" clId="{374411F7-24C3-48E5-AFA8-97AF051099B7}" dt="2026-08-30T02:16:41.955" v="20856" actId="207"/>
          <ac:spMkLst>
            <pc:docMk/>
            <pc:sldMk cId="2583674793" sldId="388"/>
            <ac:spMk id="80" creationId="{617F5D04-0F8D-BBD7-656C-04FED2A6E62E}"/>
          </ac:spMkLst>
        </pc:spChg>
        <pc:spChg chg="mod">
          <ac:chgData name="민재 황" userId="bf00b6b0cb0d191a" providerId="LiveId" clId="{374411F7-24C3-48E5-AFA8-97AF051099B7}" dt="2026-09-05T08:43:25.408" v="22799" actId="207"/>
          <ac:spMkLst>
            <pc:docMk/>
            <pc:sldMk cId="2583674793" sldId="388"/>
            <ac:spMk id="86" creationId="{3B07BEC8-4980-CA23-B4AE-E8D26B193A00}"/>
          </ac:spMkLst>
        </pc:spChg>
        <pc:spChg chg="mod">
          <ac:chgData name="민재 황" userId="bf00b6b0cb0d191a" providerId="LiveId" clId="{374411F7-24C3-48E5-AFA8-97AF051099B7}" dt="2026-09-05T08:43:19.809" v="22798" actId="207"/>
          <ac:spMkLst>
            <pc:docMk/>
            <pc:sldMk cId="2583674793" sldId="388"/>
            <ac:spMk id="137" creationId="{2920008D-8106-59C6-6E3D-AFC540B87B23}"/>
          </ac:spMkLst>
        </pc:spChg>
        <pc:spChg chg="mod">
          <ac:chgData name="민재 황" userId="bf00b6b0cb0d191a" providerId="LiveId" clId="{374411F7-24C3-48E5-AFA8-97AF051099B7}" dt="2026-09-05T08:43:14.689" v="22797" actId="207"/>
          <ac:spMkLst>
            <pc:docMk/>
            <pc:sldMk cId="2583674793" sldId="388"/>
            <ac:spMk id="141" creationId="{A154F54F-2972-A18E-F3D6-F321AD93D3E5}"/>
          </ac:spMkLst>
        </pc:spChg>
        <pc:spChg chg="mod">
          <ac:chgData name="민재 황" userId="bf00b6b0cb0d191a" providerId="LiveId" clId="{374411F7-24C3-48E5-AFA8-97AF051099B7}" dt="2026-08-30T02:16:51.310" v="20857" actId="207"/>
          <ac:spMkLst>
            <pc:docMk/>
            <pc:sldMk cId="2583674793" sldId="388"/>
            <ac:spMk id="155" creationId="{856B8D4E-7C92-8152-FA2B-768C5E39A912}"/>
          </ac:spMkLst>
        </pc:spChg>
        <pc:spChg chg="mod">
          <ac:chgData name="민재 황" userId="bf00b6b0cb0d191a" providerId="LiveId" clId="{374411F7-24C3-48E5-AFA8-97AF051099B7}" dt="2026-08-30T02:16:30.239" v="20854" actId="207"/>
          <ac:spMkLst>
            <pc:docMk/>
            <pc:sldMk cId="2583674793" sldId="388"/>
            <ac:spMk id="165" creationId="{0A33DFE7-1080-A87D-3ACC-B6B1D3C1B742}"/>
          </ac:spMkLst>
        </pc:spChg>
        <pc:graphicFrameChg chg="add mod modGraphic">
          <ac:chgData name="민재 황" userId="bf00b6b0cb0d191a" providerId="LiveId" clId="{374411F7-24C3-48E5-AFA8-97AF051099B7}" dt="2026-09-05T08:42:03.788" v="22783" actId="207"/>
          <ac:graphicFrameMkLst>
            <pc:docMk/>
            <pc:sldMk cId="2583674793" sldId="388"/>
            <ac:graphicFrameMk id="172" creationId="{43E3B577-112B-5BDC-1383-B576D18377D6}"/>
          </ac:graphicFrameMkLst>
        </pc:graphicFrameChg>
        <pc:graphicFrameChg chg="add mod modGraphic">
          <ac:chgData name="민재 황" userId="bf00b6b0cb0d191a" providerId="LiveId" clId="{374411F7-24C3-48E5-AFA8-97AF051099B7}" dt="2026-09-05T08:42:42.682" v="22790" actId="207"/>
          <ac:graphicFrameMkLst>
            <pc:docMk/>
            <pc:sldMk cId="2583674793" sldId="388"/>
            <ac:graphicFrameMk id="180" creationId="{FB94FD25-A593-9E8A-DF28-2FEC3BD5ED03}"/>
          </ac:graphicFrameMkLst>
        </pc:graphicFrameChg>
        <pc:graphicFrameChg chg="add mod modGraphic">
          <ac:chgData name="민재 황" userId="bf00b6b0cb0d191a" providerId="LiveId" clId="{374411F7-24C3-48E5-AFA8-97AF051099B7}" dt="2026-09-05T08:43:00.157" v="22795" actId="207"/>
          <ac:graphicFrameMkLst>
            <pc:docMk/>
            <pc:sldMk cId="2583674793" sldId="388"/>
            <ac:graphicFrameMk id="224" creationId="{7A540E26-9487-60DD-3079-7A333537002D}"/>
          </ac:graphicFrameMkLst>
        </pc:graphicFrameChg>
        <pc:graphicFrameChg chg="add mod modGraphic">
          <ac:chgData name="민재 황" userId="bf00b6b0cb0d191a" providerId="LiveId" clId="{374411F7-24C3-48E5-AFA8-97AF051099B7}" dt="2026-09-05T07:54:51.341" v="22430"/>
          <ac:graphicFrameMkLst>
            <pc:docMk/>
            <pc:sldMk cId="2583674793" sldId="388"/>
            <ac:graphicFrameMk id="226" creationId="{04E2F8E7-55E5-DFC3-CC99-B616D67AB091}"/>
          </ac:graphicFrameMkLst>
        </pc:graphicFrameChg>
        <pc:graphicFrameChg chg="add mod modGraphic">
          <ac:chgData name="민재 황" userId="bf00b6b0cb0d191a" providerId="LiveId" clId="{374411F7-24C3-48E5-AFA8-97AF051099B7}" dt="2026-09-05T08:42:55.744" v="22794" actId="207"/>
          <ac:graphicFrameMkLst>
            <pc:docMk/>
            <pc:sldMk cId="2583674793" sldId="388"/>
            <ac:graphicFrameMk id="239" creationId="{9D4C34E0-5E81-5794-6B68-98D762F67052}"/>
          </ac:graphicFrameMkLst>
        </pc:graphicFrameChg>
        <pc:graphicFrameChg chg="add del mod modGraphic">
          <ac:chgData name="민재 황" userId="bf00b6b0cb0d191a" providerId="LiveId" clId="{374411F7-24C3-48E5-AFA8-97AF051099B7}" dt="2026-09-05T08:42:14.790" v="22786" actId="207"/>
          <ac:graphicFrameMkLst>
            <pc:docMk/>
            <pc:sldMk cId="2583674793" sldId="388"/>
            <ac:graphicFrameMk id="245" creationId="{4E75759B-8A4B-D913-CDF8-999521786B89}"/>
          </ac:graphicFrameMkLst>
        </pc:graphicFrameChg>
        <pc:cxnChg chg="add mod">
          <ac:chgData name="민재 황" userId="bf00b6b0cb0d191a" providerId="LiveId" clId="{374411F7-24C3-48E5-AFA8-97AF051099B7}" dt="2026-08-16T14:29:01.357" v="19255" actId="14100"/>
          <ac:cxnSpMkLst>
            <pc:docMk/>
            <pc:sldMk cId="2583674793" sldId="388"/>
            <ac:cxnSpMk id="250" creationId="{F238E2B0-68A0-4472-1CBF-3FE0B2C2F5AB}"/>
          </ac:cxnSpMkLst>
        </pc:cxnChg>
        <pc:cxnChg chg="add mod">
          <ac:chgData name="민재 황" userId="bf00b6b0cb0d191a" providerId="LiveId" clId="{374411F7-24C3-48E5-AFA8-97AF051099B7}" dt="2026-09-05T08:43:06.740" v="22796" actId="14100"/>
          <ac:cxnSpMkLst>
            <pc:docMk/>
            <pc:sldMk cId="2583674793" sldId="388"/>
            <ac:cxnSpMk id="254" creationId="{740A70A1-B656-4191-77C0-9C70BA438B1C}"/>
          </ac:cxnSpMkLst>
        </pc:cxnChg>
      </pc:sldChg>
      <pc:sldChg chg="addSp delSp modSp new mod">
        <pc:chgData name="민재 황" userId="bf00b6b0cb0d191a" providerId="LiveId" clId="{374411F7-24C3-48E5-AFA8-97AF051099B7}" dt="2026-09-05T08:44:58.456" v="22819" actId="207"/>
        <pc:sldMkLst>
          <pc:docMk/>
          <pc:sldMk cId="1815635371" sldId="389"/>
        </pc:sldMkLst>
        <pc:spChg chg="mod">
          <ac:chgData name="민재 황" userId="bf00b6b0cb0d191a" providerId="LiveId" clId="{374411F7-24C3-48E5-AFA8-97AF051099B7}" dt="2026-08-30T02:27:34.593" v="21011" actId="20577"/>
          <ac:spMkLst>
            <pc:docMk/>
            <pc:sldMk cId="1815635371" sldId="389"/>
            <ac:spMk id="5" creationId="{25D95983-EAC7-7135-0067-FE151137AA49}"/>
          </ac:spMkLst>
        </pc:spChg>
        <pc:spChg chg="mod">
          <ac:chgData name="민재 황" userId="bf00b6b0cb0d191a" providerId="LiveId" clId="{374411F7-24C3-48E5-AFA8-97AF051099B7}" dt="2026-09-05T08:44:58.456" v="22819" actId="207"/>
          <ac:spMkLst>
            <pc:docMk/>
            <pc:sldMk cId="1815635371" sldId="389"/>
            <ac:spMk id="8" creationId="{1CD69672-323B-9F96-F8D7-E38A313F91DC}"/>
          </ac:spMkLst>
        </pc:spChg>
        <pc:spChg chg="mod">
          <ac:chgData name="민재 황" userId="bf00b6b0cb0d191a" providerId="LiveId" clId="{374411F7-24C3-48E5-AFA8-97AF051099B7}" dt="2026-09-05T08:44:41.333" v="22816" actId="207"/>
          <ac:spMkLst>
            <pc:docMk/>
            <pc:sldMk cId="1815635371" sldId="389"/>
            <ac:spMk id="10" creationId="{94658E29-BF95-27E9-22BA-1C771763ED54}"/>
          </ac:spMkLst>
        </pc:spChg>
        <pc:spChg chg="mod">
          <ac:chgData name="민재 황" userId="bf00b6b0cb0d191a" providerId="LiveId" clId="{374411F7-24C3-48E5-AFA8-97AF051099B7}" dt="2026-09-05T08:44:35.883" v="22815" actId="207"/>
          <ac:spMkLst>
            <pc:docMk/>
            <pc:sldMk cId="1815635371" sldId="389"/>
            <ac:spMk id="11" creationId="{2339AE37-E789-E4A6-4F81-4454F2FD014E}"/>
          </ac:spMkLst>
        </pc:spChg>
        <pc:spChg chg="mod">
          <ac:chgData name="민재 황" userId="bf00b6b0cb0d191a" providerId="LiveId" clId="{374411F7-24C3-48E5-AFA8-97AF051099B7}" dt="2026-09-05T08:44:51.740" v="22818" actId="207"/>
          <ac:spMkLst>
            <pc:docMk/>
            <pc:sldMk cId="1815635371" sldId="389"/>
            <ac:spMk id="12" creationId="{BD80B6FD-BF6C-B473-F9DC-6EF6BC2465E8}"/>
          </ac:spMkLst>
        </pc:spChg>
        <pc:spChg chg="mod">
          <ac:chgData name="민재 황" userId="bf00b6b0cb0d191a" providerId="LiveId" clId="{374411F7-24C3-48E5-AFA8-97AF051099B7}" dt="2026-09-05T08:44:26.197" v="22814" actId="207"/>
          <ac:spMkLst>
            <pc:docMk/>
            <pc:sldMk cId="1815635371" sldId="389"/>
            <ac:spMk id="28" creationId="{5C70C911-A3C7-A55C-90B7-264D2F6AAD32}"/>
          </ac:spMkLst>
        </pc:spChg>
        <pc:spChg chg="mod">
          <ac:chgData name="민재 황" userId="bf00b6b0cb0d191a" providerId="LiveId" clId="{374411F7-24C3-48E5-AFA8-97AF051099B7}" dt="2026-09-05T08:44:45.558" v="22817" actId="207"/>
          <ac:spMkLst>
            <pc:docMk/>
            <pc:sldMk cId="1815635371" sldId="389"/>
            <ac:spMk id="44" creationId="{38E2E0E0-2AC9-7E11-416B-718CE7C722FF}"/>
          </ac:spMkLst>
        </pc:spChg>
        <pc:graphicFrameChg chg="add mod modGraphic">
          <ac:chgData name="민재 황" userId="bf00b6b0cb0d191a" providerId="LiveId" clId="{374411F7-24C3-48E5-AFA8-97AF051099B7}" dt="2026-09-05T08:43:40.711" v="22801" actId="207"/>
          <ac:graphicFrameMkLst>
            <pc:docMk/>
            <pc:sldMk cId="1815635371" sldId="389"/>
            <ac:graphicFrameMk id="82" creationId="{3AC04F33-9C4A-99FE-D10A-D16C0759C4AE}"/>
          </ac:graphicFrameMkLst>
        </pc:graphicFrameChg>
        <pc:graphicFrameChg chg="add mod modGraphic">
          <ac:chgData name="민재 황" userId="bf00b6b0cb0d191a" providerId="LiveId" clId="{374411F7-24C3-48E5-AFA8-97AF051099B7}" dt="2026-09-05T08:44:21.864" v="22813" actId="207"/>
          <ac:graphicFrameMkLst>
            <pc:docMk/>
            <pc:sldMk cId="1815635371" sldId="389"/>
            <ac:graphicFrameMk id="91" creationId="{DA059FD3-45BD-72DA-E547-7DE0155A5403}"/>
          </ac:graphicFrameMkLst>
        </pc:graphicFrameChg>
        <pc:graphicFrameChg chg="add mod modGraphic">
          <ac:chgData name="민재 황" userId="bf00b6b0cb0d191a" providerId="LiveId" clId="{374411F7-24C3-48E5-AFA8-97AF051099B7}" dt="2026-09-05T08:44:18.628" v="22812" actId="207"/>
          <ac:graphicFrameMkLst>
            <pc:docMk/>
            <pc:sldMk cId="1815635371" sldId="389"/>
            <ac:graphicFrameMk id="93" creationId="{F57F877B-C902-BC4E-5DF4-C0EC02AC5B2A}"/>
          </ac:graphicFrameMkLst>
        </pc:graphicFrameChg>
        <pc:graphicFrameChg chg="add mod modGraphic">
          <ac:chgData name="민재 황" userId="bf00b6b0cb0d191a" providerId="LiveId" clId="{374411F7-24C3-48E5-AFA8-97AF051099B7}" dt="2026-09-05T08:44:10.512" v="22810" actId="207"/>
          <ac:graphicFrameMkLst>
            <pc:docMk/>
            <pc:sldMk cId="1815635371" sldId="389"/>
            <ac:graphicFrameMk id="105" creationId="{1E1D0AAC-22E2-4D7D-5DFB-A05FAB6FDA66}"/>
          </ac:graphicFrameMkLst>
        </pc:graphicFrameChg>
        <pc:graphicFrameChg chg="add mod modGraphic">
          <ac:chgData name="민재 황" userId="bf00b6b0cb0d191a" providerId="LiveId" clId="{374411F7-24C3-48E5-AFA8-97AF051099B7}" dt="2026-09-05T08:44:06.413" v="22809" actId="207"/>
          <ac:graphicFrameMkLst>
            <pc:docMk/>
            <pc:sldMk cId="1815635371" sldId="389"/>
            <ac:graphicFrameMk id="109" creationId="{0214EE38-312F-B964-3E9F-A4FBF7E41828}"/>
          </ac:graphicFrameMkLst>
        </pc:graphicFrameChg>
        <pc:graphicFrameChg chg="add mod modGraphic">
          <ac:chgData name="민재 황" userId="bf00b6b0cb0d191a" providerId="LiveId" clId="{374411F7-24C3-48E5-AFA8-97AF051099B7}" dt="2026-09-05T08:44:14.665" v="22811" actId="207"/>
          <ac:graphicFrameMkLst>
            <pc:docMk/>
            <pc:sldMk cId="1815635371" sldId="389"/>
            <ac:graphicFrameMk id="111" creationId="{8E519B9F-DF1A-4EC5-FD06-5F748AC6C5E3}"/>
          </ac:graphicFrameMkLst>
        </pc:graphicFrameChg>
      </pc:sldChg>
      <pc:sldChg chg="addSp delSp modSp new mod ord">
        <pc:chgData name="민재 황" userId="bf00b6b0cb0d191a" providerId="LiveId" clId="{374411F7-24C3-48E5-AFA8-97AF051099B7}" dt="2026-09-05T08:49:15.201" v="22877" actId="207"/>
        <pc:sldMkLst>
          <pc:docMk/>
          <pc:sldMk cId="3538605707" sldId="390"/>
        </pc:sldMkLst>
        <pc:spChg chg="mod">
          <ac:chgData name="민재 황" userId="bf00b6b0cb0d191a" providerId="LiveId" clId="{374411F7-24C3-48E5-AFA8-97AF051099B7}" dt="2026-08-30T02:27:53.382" v="21015" actId="20577"/>
          <ac:spMkLst>
            <pc:docMk/>
            <pc:sldMk cId="3538605707" sldId="390"/>
            <ac:spMk id="5" creationId="{862502D4-2847-5FA1-D3CB-4E87210EA804}"/>
          </ac:spMkLst>
        </pc:spChg>
        <pc:spChg chg="mod">
          <ac:chgData name="민재 황" userId="bf00b6b0cb0d191a" providerId="LiveId" clId="{374411F7-24C3-48E5-AFA8-97AF051099B7}" dt="2026-09-05T08:49:04.218" v="22876" actId="207"/>
          <ac:spMkLst>
            <pc:docMk/>
            <pc:sldMk cId="3538605707" sldId="390"/>
            <ac:spMk id="63" creationId="{7AFC0BA0-170E-1684-3421-931DE9FDB902}"/>
          </ac:spMkLst>
        </pc:spChg>
        <pc:spChg chg="mod">
          <ac:chgData name="민재 황" userId="bf00b6b0cb0d191a" providerId="LiveId" clId="{374411F7-24C3-48E5-AFA8-97AF051099B7}" dt="2026-09-05T08:49:00.409" v="22875" actId="207"/>
          <ac:spMkLst>
            <pc:docMk/>
            <pc:sldMk cId="3538605707" sldId="390"/>
            <ac:spMk id="75" creationId="{B719D80F-5BC1-4AAD-B816-3EE93DE4C605}"/>
          </ac:spMkLst>
        </pc:spChg>
        <pc:spChg chg="mod">
          <ac:chgData name="민재 황" userId="bf00b6b0cb0d191a" providerId="LiveId" clId="{374411F7-24C3-48E5-AFA8-97AF051099B7}" dt="2026-09-05T08:49:15.201" v="22877" actId="207"/>
          <ac:spMkLst>
            <pc:docMk/>
            <pc:sldMk cId="3538605707" sldId="390"/>
            <ac:spMk id="90" creationId="{D8704122-6665-FDA6-2A84-47690822DA7B}"/>
          </ac:spMkLst>
        </pc:spChg>
        <pc:spChg chg="mod">
          <ac:chgData name="민재 황" userId="bf00b6b0cb0d191a" providerId="LiveId" clId="{374411F7-24C3-48E5-AFA8-97AF051099B7}" dt="2026-09-05T08:48:48.503" v="22874" actId="207"/>
          <ac:spMkLst>
            <pc:docMk/>
            <pc:sldMk cId="3538605707" sldId="390"/>
            <ac:spMk id="101" creationId="{5A3AA708-47F1-8247-0F58-BD7E2DF3B1AE}"/>
          </ac:spMkLst>
        </pc:spChg>
        <pc:spChg chg="mod">
          <ac:chgData name="민재 황" userId="bf00b6b0cb0d191a" providerId="LiveId" clId="{374411F7-24C3-48E5-AFA8-97AF051099B7}" dt="2026-08-23T02:48:48.700" v="20648" actId="207"/>
          <ac:spMkLst>
            <pc:docMk/>
            <pc:sldMk cId="3538605707" sldId="390"/>
            <ac:spMk id="111" creationId="{D307551F-7F5A-3EFA-142F-2FC5B7B33E31}"/>
          </ac:spMkLst>
        </pc:spChg>
        <pc:grpChg chg="mod">
          <ac:chgData name="민재 황" userId="bf00b6b0cb0d191a" providerId="LiveId" clId="{374411F7-24C3-48E5-AFA8-97AF051099B7}" dt="2026-08-09T06:00:01.184" v="17554" actId="1076"/>
          <ac:grpSpMkLst>
            <pc:docMk/>
            <pc:sldMk cId="3538605707" sldId="390"/>
            <ac:grpSpMk id="57" creationId="{A18C8FDD-AFDE-4275-3D3A-61262B022E71}"/>
          </ac:grpSpMkLst>
        </pc:grpChg>
        <pc:graphicFrameChg chg="add mod modGraphic">
          <ac:chgData name="민재 황" userId="bf00b6b0cb0d191a" providerId="LiveId" clId="{374411F7-24C3-48E5-AFA8-97AF051099B7}" dt="2026-09-05T08:48:22.314" v="22869" actId="207"/>
          <ac:graphicFrameMkLst>
            <pc:docMk/>
            <pc:sldMk cId="3538605707" sldId="390"/>
            <ac:graphicFrameMk id="122" creationId="{0D62EA64-8775-EF9F-8299-4B2CA0F86BD3}"/>
          </ac:graphicFrameMkLst>
        </pc:graphicFrameChg>
        <pc:graphicFrameChg chg="add mod modGraphic">
          <ac:chgData name="민재 황" userId="bf00b6b0cb0d191a" providerId="LiveId" clId="{374411F7-24C3-48E5-AFA8-97AF051099B7}" dt="2026-09-05T08:48:24.810" v="22870" actId="207"/>
          <ac:graphicFrameMkLst>
            <pc:docMk/>
            <pc:sldMk cId="3538605707" sldId="390"/>
            <ac:graphicFrameMk id="124" creationId="{D2EDD7EC-AA1A-6A1D-9C0C-EAD0D6D63242}"/>
          </ac:graphicFrameMkLst>
        </pc:graphicFrameChg>
        <pc:graphicFrameChg chg="add mod modGraphic">
          <ac:chgData name="민재 황" userId="bf00b6b0cb0d191a" providerId="LiveId" clId="{374411F7-24C3-48E5-AFA8-97AF051099B7}" dt="2026-09-05T08:48:27.148" v="22871" actId="207"/>
          <ac:graphicFrameMkLst>
            <pc:docMk/>
            <pc:sldMk cId="3538605707" sldId="390"/>
            <ac:graphicFrameMk id="126" creationId="{658DF1E0-47A3-62F7-79D6-A91167962753}"/>
          </ac:graphicFrameMkLst>
        </pc:graphicFrameChg>
        <pc:graphicFrameChg chg="add mod modGraphic">
          <ac:chgData name="민재 황" userId="bf00b6b0cb0d191a" providerId="LiveId" clId="{374411F7-24C3-48E5-AFA8-97AF051099B7}" dt="2026-09-05T08:48:33.453" v="22873" actId="207"/>
          <ac:graphicFrameMkLst>
            <pc:docMk/>
            <pc:sldMk cId="3538605707" sldId="390"/>
            <ac:graphicFrameMk id="128" creationId="{F14CCDF4-DF62-E9FA-CC86-2253004A4521}"/>
          </ac:graphicFrameMkLst>
        </pc:graphicFrameChg>
        <pc:graphicFrameChg chg="add mod modGraphic">
          <ac:chgData name="민재 황" userId="bf00b6b0cb0d191a" providerId="LiveId" clId="{374411F7-24C3-48E5-AFA8-97AF051099B7}" dt="2026-09-05T08:48:11.878" v="22865" actId="207"/>
          <ac:graphicFrameMkLst>
            <pc:docMk/>
            <pc:sldMk cId="3538605707" sldId="390"/>
            <ac:graphicFrameMk id="147" creationId="{9163B76F-A968-AC5D-7B7C-472294DF6C6B}"/>
          </ac:graphicFrameMkLst>
        </pc:graphicFrameChg>
        <pc:graphicFrameChg chg="add mod modGraphic">
          <ac:chgData name="민재 황" userId="bf00b6b0cb0d191a" providerId="LiveId" clId="{374411F7-24C3-48E5-AFA8-97AF051099B7}" dt="2026-09-05T08:48:14.294" v="22866" actId="207"/>
          <ac:graphicFrameMkLst>
            <pc:docMk/>
            <pc:sldMk cId="3538605707" sldId="390"/>
            <ac:graphicFrameMk id="149" creationId="{BFDD1F6B-5481-143C-A222-A4961B9A4578}"/>
          </ac:graphicFrameMkLst>
        </pc:graphicFrameChg>
        <pc:graphicFrameChg chg="add mod modGraphic">
          <ac:chgData name="민재 황" userId="bf00b6b0cb0d191a" providerId="LiveId" clId="{374411F7-24C3-48E5-AFA8-97AF051099B7}" dt="2026-09-05T08:48:19.673" v="22868" actId="207"/>
          <ac:graphicFrameMkLst>
            <pc:docMk/>
            <pc:sldMk cId="3538605707" sldId="390"/>
            <ac:graphicFrameMk id="151" creationId="{6C267007-85E5-9054-7822-E731AC82F312}"/>
          </ac:graphicFrameMkLst>
        </pc:graphicFrameChg>
        <pc:cxnChg chg="add mod">
          <ac:chgData name="민재 황" userId="bf00b6b0cb0d191a" providerId="LiveId" clId="{374411F7-24C3-48E5-AFA8-97AF051099B7}" dt="2026-08-09T06:00:01.184" v="17554" actId="1076"/>
          <ac:cxnSpMkLst>
            <pc:docMk/>
            <pc:sldMk cId="3538605707" sldId="390"/>
            <ac:cxnSpMk id="142" creationId="{2DDE87A2-0FE5-3639-3140-3ED320245B11}"/>
          </ac:cxnSpMkLst>
        </pc:cxnChg>
        <pc:cxnChg chg="add mod">
          <ac:chgData name="민재 황" userId="bf00b6b0cb0d191a" providerId="LiveId" clId="{374411F7-24C3-48E5-AFA8-97AF051099B7}" dt="2026-08-09T06:00:17.943" v="17558" actId="14100"/>
          <ac:cxnSpMkLst>
            <pc:docMk/>
            <pc:sldMk cId="3538605707" sldId="390"/>
            <ac:cxnSpMk id="156" creationId="{EEB9F244-4CE3-169F-3AD3-49B5E605EF8E}"/>
          </ac:cxnSpMkLst>
        </pc:cxnChg>
      </pc:sldChg>
      <pc:sldChg chg="addSp delSp modSp new mod">
        <pc:chgData name="민재 황" userId="bf00b6b0cb0d191a" providerId="LiveId" clId="{374411F7-24C3-48E5-AFA8-97AF051099B7}" dt="2026-09-05T08:46:04.054" v="22832" actId="207"/>
        <pc:sldMkLst>
          <pc:docMk/>
          <pc:sldMk cId="3100404037" sldId="391"/>
        </pc:sldMkLst>
        <pc:spChg chg="add del mod">
          <ac:chgData name="민재 황" userId="bf00b6b0cb0d191a" providerId="LiveId" clId="{374411F7-24C3-48E5-AFA8-97AF051099B7}" dt="2026-08-30T02:27:39.063" v="21012" actId="20577"/>
          <ac:spMkLst>
            <pc:docMk/>
            <pc:sldMk cId="3100404037" sldId="391"/>
            <ac:spMk id="5" creationId="{CC7E1AFE-4476-ADC5-0FB2-81FA36240B0F}"/>
          </ac:spMkLst>
        </pc:spChg>
        <pc:spChg chg="add mod">
          <ac:chgData name="민재 황" userId="bf00b6b0cb0d191a" providerId="LiveId" clId="{374411F7-24C3-48E5-AFA8-97AF051099B7}" dt="2026-08-09T05:50:34.124" v="17403" actId="207"/>
          <ac:spMkLst>
            <pc:docMk/>
            <pc:sldMk cId="3100404037" sldId="391"/>
            <ac:spMk id="62" creationId="{81236DD1-F26F-4070-F083-D4DFBD17E508}"/>
          </ac:spMkLst>
        </pc:spChg>
        <pc:spChg chg="mod">
          <ac:chgData name="민재 황" userId="bf00b6b0cb0d191a" providerId="LiveId" clId="{374411F7-24C3-48E5-AFA8-97AF051099B7}" dt="2026-09-05T08:46:00.281" v="22831" actId="207"/>
          <ac:spMkLst>
            <pc:docMk/>
            <pc:sldMk cId="3100404037" sldId="391"/>
            <ac:spMk id="97" creationId="{BD0243F3-7133-0A7B-9B22-F821B24668CA}"/>
          </ac:spMkLst>
        </pc:spChg>
        <pc:spChg chg="mod">
          <ac:chgData name="민재 황" userId="bf00b6b0cb0d191a" providerId="LiveId" clId="{374411F7-24C3-48E5-AFA8-97AF051099B7}" dt="2026-09-05T08:46:04.054" v="22832" actId="207"/>
          <ac:spMkLst>
            <pc:docMk/>
            <pc:sldMk cId="3100404037" sldId="391"/>
            <ac:spMk id="100" creationId="{C2081EC2-67EE-73E6-0A26-2FB47AAC436E}"/>
          </ac:spMkLst>
        </pc:spChg>
        <pc:spChg chg="mod">
          <ac:chgData name="민재 황" userId="bf00b6b0cb0d191a" providerId="LiveId" clId="{374411F7-24C3-48E5-AFA8-97AF051099B7}" dt="2026-08-09T05:51:16.839" v="17405" actId="207"/>
          <ac:spMkLst>
            <pc:docMk/>
            <pc:sldMk cId="3100404037" sldId="391"/>
            <ac:spMk id="102" creationId="{30F1753F-3728-1338-73C8-1C2BD09B6D8C}"/>
          </ac:spMkLst>
        </pc:spChg>
        <pc:graphicFrameChg chg="add mod modGraphic">
          <ac:chgData name="민재 황" userId="bf00b6b0cb0d191a" providerId="LiveId" clId="{374411F7-24C3-48E5-AFA8-97AF051099B7}" dt="2026-09-05T08:45:34.671" v="22826" actId="207"/>
          <ac:graphicFrameMkLst>
            <pc:docMk/>
            <pc:sldMk cId="3100404037" sldId="391"/>
            <ac:graphicFrameMk id="105" creationId="{B594FE0B-B0ED-0EFB-8E2A-A088886473F9}"/>
          </ac:graphicFrameMkLst>
        </pc:graphicFrameChg>
        <pc:graphicFrameChg chg="add mod modGraphic">
          <ac:chgData name="민재 황" userId="bf00b6b0cb0d191a" providerId="LiveId" clId="{374411F7-24C3-48E5-AFA8-97AF051099B7}" dt="2026-09-05T08:45:53.417" v="22830" actId="207"/>
          <ac:graphicFrameMkLst>
            <pc:docMk/>
            <pc:sldMk cId="3100404037" sldId="391"/>
            <ac:graphicFrameMk id="107" creationId="{4C405479-560A-14EE-F82A-619A9D5F1BCB}"/>
          </ac:graphicFrameMkLst>
        </pc:graphicFrameChg>
        <pc:graphicFrameChg chg="add mod modGraphic">
          <ac:chgData name="민재 황" userId="bf00b6b0cb0d191a" providerId="LiveId" clId="{374411F7-24C3-48E5-AFA8-97AF051099B7}" dt="2026-09-05T08:45:42.721" v="22828" actId="207"/>
          <ac:graphicFrameMkLst>
            <pc:docMk/>
            <pc:sldMk cId="3100404037" sldId="391"/>
            <ac:graphicFrameMk id="109" creationId="{6A45CD44-5BBB-9E86-66E8-B3DBB3DEB302}"/>
          </ac:graphicFrameMkLst>
        </pc:graphicFrameChg>
        <pc:graphicFrameChg chg="add mod modGraphic">
          <ac:chgData name="민재 황" userId="bf00b6b0cb0d191a" providerId="LiveId" clId="{374411F7-24C3-48E5-AFA8-97AF051099B7}" dt="2026-09-05T08:45:45.274" v="22829" actId="207"/>
          <ac:graphicFrameMkLst>
            <pc:docMk/>
            <pc:sldMk cId="3100404037" sldId="391"/>
            <ac:graphicFrameMk id="111" creationId="{69714FAC-C541-25A8-49FA-403D19472DD1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8:00:20.281" v="22452" actId="207"/>
        <pc:sldMkLst>
          <pc:docMk/>
          <pc:sldMk cId="2466809621" sldId="393"/>
        </pc:sldMkLst>
        <pc:spChg chg="mod">
          <ac:chgData name="민재 황" userId="bf00b6b0cb0d191a" providerId="LiveId" clId="{374411F7-24C3-48E5-AFA8-97AF051099B7}" dt="2026-08-30T02:27:48.381" v="21014" actId="20577"/>
          <ac:spMkLst>
            <pc:docMk/>
            <pc:sldMk cId="2466809621" sldId="393"/>
            <ac:spMk id="7" creationId="{2A3EF399-A410-7343-6737-3C97F3025833}"/>
          </ac:spMkLst>
        </pc:spChg>
        <pc:spChg chg="mod">
          <ac:chgData name="민재 황" userId="bf00b6b0cb0d191a" providerId="LiveId" clId="{374411F7-24C3-48E5-AFA8-97AF051099B7}" dt="2026-08-23T02:35:15.690" v="20546" actId="207"/>
          <ac:spMkLst>
            <pc:docMk/>
            <pc:sldMk cId="2466809621" sldId="393"/>
            <ac:spMk id="20" creationId="{17FF00E1-2E10-07E5-58A7-448EE649F205}"/>
          </ac:spMkLst>
        </pc:spChg>
        <pc:spChg chg="mod">
          <ac:chgData name="민재 황" userId="bf00b6b0cb0d191a" providerId="LiveId" clId="{374411F7-24C3-48E5-AFA8-97AF051099B7}" dt="2026-08-23T02:35:15.690" v="20546" actId="207"/>
          <ac:spMkLst>
            <pc:docMk/>
            <pc:sldMk cId="2466809621" sldId="393"/>
            <ac:spMk id="21" creationId="{FB482DFA-5637-2BAC-A8BA-F5DE3EE0979B}"/>
          </ac:spMkLst>
        </pc:spChg>
        <pc:spChg chg="mod">
          <ac:chgData name="민재 황" userId="bf00b6b0cb0d191a" providerId="LiveId" clId="{374411F7-24C3-48E5-AFA8-97AF051099B7}" dt="2026-08-30T02:23:53.032" v="20928" actId="207"/>
          <ac:spMkLst>
            <pc:docMk/>
            <pc:sldMk cId="2466809621" sldId="393"/>
            <ac:spMk id="22" creationId="{2338A725-F54D-2DB9-3ED1-D5E274A77E41}"/>
          </ac:spMkLst>
        </pc:spChg>
        <pc:spChg chg="mod">
          <ac:chgData name="민재 황" userId="bf00b6b0cb0d191a" providerId="LiveId" clId="{374411F7-24C3-48E5-AFA8-97AF051099B7}" dt="2026-08-30T02:23:55.972" v="20929" actId="207"/>
          <ac:spMkLst>
            <pc:docMk/>
            <pc:sldMk cId="2466809621" sldId="393"/>
            <ac:spMk id="23" creationId="{174AC8D4-FF62-BAAB-CEF2-33F01E5E2412}"/>
          </ac:spMkLst>
        </pc:spChg>
        <pc:spChg chg="mod">
          <ac:chgData name="민재 황" userId="bf00b6b0cb0d191a" providerId="LiveId" clId="{374411F7-24C3-48E5-AFA8-97AF051099B7}" dt="2026-09-05T08:00:18.001" v="22451" actId="207"/>
          <ac:spMkLst>
            <pc:docMk/>
            <pc:sldMk cId="2466809621" sldId="393"/>
            <ac:spMk id="24" creationId="{627DC6C9-106C-F056-1943-9E71782EC695}"/>
          </ac:spMkLst>
        </pc:spChg>
        <pc:spChg chg="mod">
          <ac:chgData name="민재 황" userId="bf00b6b0cb0d191a" providerId="LiveId" clId="{374411F7-24C3-48E5-AFA8-97AF051099B7}" dt="2026-09-05T08:00:20.281" v="22452" actId="207"/>
          <ac:spMkLst>
            <pc:docMk/>
            <pc:sldMk cId="2466809621" sldId="393"/>
            <ac:spMk id="25" creationId="{F8693D0C-CE69-7E06-FA09-06006EFE4549}"/>
          </ac:spMkLst>
        </pc:spChg>
        <pc:spChg chg="mod">
          <ac:chgData name="민재 황" userId="bf00b6b0cb0d191a" providerId="LiveId" clId="{374411F7-24C3-48E5-AFA8-97AF051099B7}" dt="2026-08-30T02:23:43.932" v="20927" actId="207"/>
          <ac:spMkLst>
            <pc:docMk/>
            <pc:sldMk cId="2466809621" sldId="393"/>
            <ac:spMk id="26" creationId="{7E5EBF8E-4BA2-CD75-DED3-FE2D54F12E2D}"/>
          </ac:spMkLst>
        </pc:spChg>
        <pc:spChg chg="mod">
          <ac:chgData name="민재 황" userId="bf00b6b0cb0d191a" providerId="LiveId" clId="{374411F7-24C3-48E5-AFA8-97AF051099B7}" dt="2026-08-30T02:23:41.808" v="20926" actId="207"/>
          <ac:spMkLst>
            <pc:docMk/>
            <pc:sldMk cId="2466809621" sldId="393"/>
            <ac:spMk id="27" creationId="{A7CFA141-7659-9E12-392B-3786099B5836}"/>
          </ac:spMkLst>
        </pc:spChg>
        <pc:spChg chg="mod">
          <ac:chgData name="민재 황" userId="bf00b6b0cb0d191a" providerId="LiveId" clId="{374411F7-24C3-48E5-AFA8-97AF051099B7}" dt="2026-08-30T02:23:58.573" v="20930" actId="207"/>
          <ac:spMkLst>
            <pc:docMk/>
            <pc:sldMk cId="2466809621" sldId="393"/>
            <ac:spMk id="28" creationId="{647A9A2B-FBB9-801B-3909-DD35722A1ABF}"/>
          </ac:spMkLst>
        </pc:spChg>
        <pc:spChg chg="mod">
          <ac:chgData name="민재 황" userId="bf00b6b0cb0d191a" providerId="LiveId" clId="{374411F7-24C3-48E5-AFA8-97AF051099B7}" dt="2026-08-30T02:24:01.534" v="20931" actId="207"/>
          <ac:spMkLst>
            <pc:docMk/>
            <pc:sldMk cId="2466809621" sldId="393"/>
            <ac:spMk id="29" creationId="{A4C059EB-536D-0F3D-5C67-AD921A7E3FCB}"/>
          </ac:spMkLst>
        </pc:spChg>
        <pc:graphicFrameChg chg="add mod modGraphic">
          <ac:chgData name="민재 황" userId="bf00b6b0cb0d191a" providerId="LiveId" clId="{374411F7-24C3-48E5-AFA8-97AF051099B7}" dt="2026-09-05T08:00:14.008" v="22450" actId="207"/>
          <ac:graphicFrameMkLst>
            <pc:docMk/>
            <pc:sldMk cId="2466809621" sldId="393"/>
            <ac:graphicFrameMk id="31" creationId="{81699499-AEF3-EC39-A283-55D5B8654128}"/>
          </ac:graphicFrameMkLst>
        </pc:graphicFrameChg>
        <pc:graphicFrameChg chg="add mod modGraphic">
          <ac:chgData name="민재 황" userId="bf00b6b0cb0d191a" providerId="LiveId" clId="{374411F7-24C3-48E5-AFA8-97AF051099B7}" dt="2026-09-05T08:00:10.718" v="22449" actId="207"/>
          <ac:graphicFrameMkLst>
            <pc:docMk/>
            <pc:sldMk cId="2466809621" sldId="393"/>
            <ac:graphicFrameMk id="43" creationId="{C3680D2F-1566-DFB9-7BDC-48010A771964}"/>
          </ac:graphicFrameMkLst>
        </pc:graphicFrameChg>
        <pc:graphicFrameChg chg="add mod modGraphic">
          <ac:chgData name="민재 황" userId="bf00b6b0cb0d191a" providerId="LiveId" clId="{374411F7-24C3-48E5-AFA8-97AF051099B7}" dt="2026-09-05T08:00:00.960" v="22448" actId="207"/>
          <ac:graphicFrameMkLst>
            <pc:docMk/>
            <pc:sldMk cId="2466809621" sldId="393"/>
            <ac:graphicFrameMk id="55" creationId="{7147C680-0F1B-1DAA-6268-FB1CFBDD2ECB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8:47:35.049" v="22858" actId="207"/>
        <pc:sldMkLst>
          <pc:docMk/>
          <pc:sldMk cId="1242615872" sldId="394"/>
        </pc:sldMkLst>
        <pc:spChg chg="mod">
          <ac:chgData name="민재 황" userId="bf00b6b0cb0d191a" providerId="LiveId" clId="{374411F7-24C3-48E5-AFA8-97AF051099B7}" dt="2026-08-30T02:27:43.155" v="21013" actId="20577"/>
          <ac:spMkLst>
            <pc:docMk/>
            <pc:sldMk cId="1242615872" sldId="394"/>
            <ac:spMk id="5" creationId="{D76EB45D-E3B0-1AE7-C652-F91E9DF4AEF9}"/>
          </ac:spMkLst>
        </pc:spChg>
        <pc:spChg chg="mod">
          <ac:chgData name="민재 황" userId="bf00b6b0cb0d191a" providerId="LiveId" clId="{374411F7-24C3-48E5-AFA8-97AF051099B7}" dt="2026-08-09T05:55:20.867" v="17476" actId="207"/>
          <ac:spMkLst>
            <pc:docMk/>
            <pc:sldMk cId="1242615872" sldId="394"/>
            <ac:spMk id="8" creationId="{91032272-9677-9429-5D2A-F6FB63C4523F}"/>
          </ac:spMkLst>
        </pc:spChg>
        <pc:spChg chg="mod">
          <ac:chgData name="민재 황" userId="bf00b6b0cb0d191a" providerId="LiveId" clId="{374411F7-24C3-48E5-AFA8-97AF051099B7}" dt="2026-09-05T08:47:27.775" v="22856" actId="207"/>
          <ac:spMkLst>
            <pc:docMk/>
            <pc:sldMk cId="1242615872" sldId="394"/>
            <ac:spMk id="11" creationId="{846EBBC2-60A5-0FFA-A51A-48C2B6452FE6}"/>
          </ac:spMkLst>
        </pc:spChg>
        <pc:spChg chg="mod">
          <ac:chgData name="민재 황" userId="bf00b6b0cb0d191a" providerId="LiveId" clId="{374411F7-24C3-48E5-AFA8-97AF051099B7}" dt="2026-09-05T08:47:17.462" v="22851" actId="207"/>
          <ac:spMkLst>
            <pc:docMk/>
            <pc:sldMk cId="1242615872" sldId="394"/>
            <ac:spMk id="12" creationId="{9232E0DA-5BCA-234A-094C-C405F98C7EA7}"/>
          </ac:spMkLst>
        </pc:spChg>
        <pc:spChg chg="mod">
          <ac:chgData name="민재 황" userId="bf00b6b0cb0d191a" providerId="LiveId" clId="{374411F7-24C3-48E5-AFA8-97AF051099B7}" dt="2026-09-05T08:47:30.611" v="22857" actId="207"/>
          <ac:spMkLst>
            <pc:docMk/>
            <pc:sldMk cId="1242615872" sldId="394"/>
            <ac:spMk id="17" creationId="{108C1E37-61AD-8324-5132-4F84BB5CDE40}"/>
          </ac:spMkLst>
        </pc:spChg>
        <pc:spChg chg="mod">
          <ac:chgData name="민재 황" userId="bf00b6b0cb0d191a" providerId="LiveId" clId="{374411F7-24C3-48E5-AFA8-97AF051099B7}" dt="2026-09-05T08:47:15.745" v="22850" actId="207"/>
          <ac:spMkLst>
            <pc:docMk/>
            <pc:sldMk cId="1242615872" sldId="394"/>
            <ac:spMk id="19" creationId="{2EF77E28-2361-A0FC-E797-91FEC484B907}"/>
          </ac:spMkLst>
        </pc:spChg>
        <pc:spChg chg="mod">
          <ac:chgData name="민재 황" userId="bf00b6b0cb0d191a" providerId="LiveId" clId="{374411F7-24C3-48E5-AFA8-97AF051099B7}" dt="2026-08-09T05:54:51.593" v="17465" actId="207"/>
          <ac:spMkLst>
            <pc:docMk/>
            <pc:sldMk cId="1242615872" sldId="394"/>
            <ac:spMk id="20" creationId="{9C68453D-1B5D-6E55-33AF-D2D174952C9C}"/>
          </ac:spMkLst>
        </pc:spChg>
        <pc:spChg chg="mod">
          <ac:chgData name="민재 황" userId="bf00b6b0cb0d191a" providerId="LiveId" clId="{374411F7-24C3-48E5-AFA8-97AF051099B7}" dt="2026-09-05T08:47:19.639" v="22852" actId="207"/>
          <ac:spMkLst>
            <pc:docMk/>
            <pc:sldMk cId="1242615872" sldId="394"/>
            <ac:spMk id="21" creationId="{C83E9179-F132-DD8C-5250-BED45BB88531}"/>
          </ac:spMkLst>
        </pc:spChg>
        <pc:spChg chg="mod">
          <ac:chgData name="민재 황" userId="bf00b6b0cb0d191a" providerId="LiveId" clId="{374411F7-24C3-48E5-AFA8-97AF051099B7}" dt="2026-08-30T02:23:06.441" v="20922" actId="1037"/>
          <ac:spMkLst>
            <pc:docMk/>
            <pc:sldMk cId="1242615872" sldId="394"/>
            <ac:spMk id="22" creationId="{A6218F8C-E04C-A2FB-3C19-8AE136930793}"/>
          </ac:spMkLst>
        </pc:spChg>
        <pc:spChg chg="mod">
          <ac:chgData name="민재 황" userId="bf00b6b0cb0d191a" providerId="LiveId" clId="{374411F7-24C3-48E5-AFA8-97AF051099B7}" dt="2026-09-05T08:47:04.036" v="22848" actId="207"/>
          <ac:spMkLst>
            <pc:docMk/>
            <pc:sldMk cId="1242615872" sldId="394"/>
            <ac:spMk id="23" creationId="{EC7A1788-4079-D8BF-BDD3-A408C7A2F3B5}"/>
          </ac:spMkLst>
        </pc:spChg>
        <pc:spChg chg="mod">
          <ac:chgData name="민재 황" userId="bf00b6b0cb0d191a" providerId="LiveId" clId="{374411F7-24C3-48E5-AFA8-97AF051099B7}" dt="2026-08-30T02:22:27.768" v="20912" actId="207"/>
          <ac:spMkLst>
            <pc:docMk/>
            <pc:sldMk cId="1242615872" sldId="394"/>
            <ac:spMk id="26" creationId="{7DFB0282-215F-192C-4DD4-787FFF97B8D4}"/>
          </ac:spMkLst>
        </pc:spChg>
        <pc:spChg chg="mod">
          <ac:chgData name="민재 황" userId="bf00b6b0cb0d191a" providerId="LiveId" clId="{374411F7-24C3-48E5-AFA8-97AF051099B7}" dt="2026-09-05T08:47:25.643" v="22855" actId="207"/>
          <ac:spMkLst>
            <pc:docMk/>
            <pc:sldMk cId="1242615872" sldId="394"/>
            <ac:spMk id="27" creationId="{67B07F81-A197-40C5-4F85-4CA4CD652611}"/>
          </ac:spMkLst>
        </pc:spChg>
        <pc:spChg chg="mod">
          <ac:chgData name="민재 황" userId="bf00b6b0cb0d191a" providerId="LiveId" clId="{374411F7-24C3-48E5-AFA8-97AF051099B7}" dt="2026-09-05T08:47:35.049" v="22858" actId="207"/>
          <ac:spMkLst>
            <pc:docMk/>
            <pc:sldMk cId="1242615872" sldId="394"/>
            <ac:spMk id="28" creationId="{15E0A5E9-BA4F-442C-864B-C3F70C9D7CB8}"/>
          </ac:spMkLst>
        </pc:spChg>
        <pc:spChg chg="mod">
          <ac:chgData name="민재 황" userId="bf00b6b0cb0d191a" providerId="LiveId" clId="{374411F7-24C3-48E5-AFA8-97AF051099B7}" dt="2026-09-05T08:47:21.322" v="22853" actId="207"/>
          <ac:spMkLst>
            <pc:docMk/>
            <pc:sldMk cId="1242615872" sldId="394"/>
            <ac:spMk id="29" creationId="{B21DB774-8074-5A59-F8AA-8A9E6FD359DE}"/>
          </ac:spMkLst>
        </pc:spChg>
        <pc:spChg chg="mod">
          <ac:chgData name="민재 황" userId="bf00b6b0cb0d191a" providerId="LiveId" clId="{374411F7-24C3-48E5-AFA8-97AF051099B7}" dt="2026-09-05T08:47:23.465" v="22854" actId="207"/>
          <ac:spMkLst>
            <pc:docMk/>
            <pc:sldMk cId="1242615872" sldId="394"/>
            <ac:spMk id="30" creationId="{1211D063-B081-16CF-9905-73233C74C590}"/>
          </ac:spMkLst>
        </pc:spChg>
        <pc:spChg chg="mod">
          <ac:chgData name="민재 황" userId="bf00b6b0cb0d191a" providerId="LiveId" clId="{374411F7-24C3-48E5-AFA8-97AF051099B7}" dt="2026-08-23T02:34:30.358" v="20537" actId="207"/>
          <ac:spMkLst>
            <pc:docMk/>
            <pc:sldMk cId="1242615872" sldId="394"/>
            <ac:spMk id="31" creationId="{3EA3C181-CDA0-A87C-4535-E3108DE6B103}"/>
          </ac:spMkLst>
        </pc:spChg>
        <pc:spChg chg="mod">
          <ac:chgData name="민재 황" userId="bf00b6b0cb0d191a" providerId="LiveId" clId="{374411F7-24C3-48E5-AFA8-97AF051099B7}" dt="2026-08-23T02:34:39.793" v="20541" actId="207"/>
          <ac:spMkLst>
            <pc:docMk/>
            <pc:sldMk cId="1242615872" sldId="394"/>
            <ac:spMk id="32" creationId="{2A35F998-7D56-D97B-2CE4-8AA184821D69}"/>
          </ac:spMkLst>
        </pc:spChg>
        <pc:spChg chg="mod">
          <ac:chgData name="민재 황" userId="bf00b6b0cb0d191a" providerId="LiveId" clId="{374411F7-24C3-48E5-AFA8-97AF051099B7}" dt="2026-08-23T02:34:37.832" v="20540" actId="207"/>
          <ac:spMkLst>
            <pc:docMk/>
            <pc:sldMk cId="1242615872" sldId="394"/>
            <ac:spMk id="33" creationId="{4C58FC3C-3828-1BCD-BA15-6C39E322DCEC}"/>
          </ac:spMkLst>
        </pc:spChg>
        <pc:spChg chg="mod">
          <ac:chgData name="민재 황" userId="bf00b6b0cb0d191a" providerId="LiveId" clId="{374411F7-24C3-48E5-AFA8-97AF051099B7}" dt="2026-08-23T02:34:35.130" v="20539" actId="207"/>
          <ac:spMkLst>
            <pc:docMk/>
            <pc:sldMk cId="1242615872" sldId="394"/>
            <ac:spMk id="34" creationId="{24E50450-E4C7-C81C-0DFC-52737ED1BCC1}"/>
          </ac:spMkLst>
        </pc:spChg>
        <pc:spChg chg="mod">
          <ac:chgData name="민재 황" userId="bf00b6b0cb0d191a" providerId="LiveId" clId="{374411F7-24C3-48E5-AFA8-97AF051099B7}" dt="2026-08-23T02:34:41.913" v="20542" actId="207"/>
          <ac:spMkLst>
            <pc:docMk/>
            <pc:sldMk cId="1242615872" sldId="394"/>
            <ac:spMk id="35" creationId="{746946F9-E09E-913C-2AAA-EFEE3543517D}"/>
          </ac:spMkLst>
        </pc:spChg>
        <pc:spChg chg="mod">
          <ac:chgData name="민재 황" userId="bf00b6b0cb0d191a" providerId="LiveId" clId="{374411F7-24C3-48E5-AFA8-97AF051099B7}" dt="2026-08-23T02:34:32.393" v="20538" actId="207"/>
          <ac:spMkLst>
            <pc:docMk/>
            <pc:sldMk cId="1242615872" sldId="394"/>
            <ac:spMk id="36" creationId="{751A62BE-905D-D229-F219-4E1B84B60E23}"/>
          </ac:spMkLst>
        </pc:spChg>
        <pc:spChg chg="mod">
          <ac:chgData name="민재 황" userId="bf00b6b0cb0d191a" providerId="LiveId" clId="{374411F7-24C3-48E5-AFA8-97AF051099B7}" dt="2026-09-05T08:47:09.634" v="22849" actId="207"/>
          <ac:spMkLst>
            <pc:docMk/>
            <pc:sldMk cId="1242615872" sldId="394"/>
            <ac:spMk id="41" creationId="{FDC73CD4-7B09-307A-571D-62C4E5E22958}"/>
          </ac:spMkLst>
        </pc:spChg>
        <pc:graphicFrameChg chg="add mod modGraphic">
          <ac:chgData name="민재 황" userId="bf00b6b0cb0d191a" providerId="LiveId" clId="{374411F7-24C3-48E5-AFA8-97AF051099B7}" dt="2026-09-05T08:46:47.820" v="22844" actId="207"/>
          <ac:graphicFrameMkLst>
            <pc:docMk/>
            <pc:sldMk cId="1242615872" sldId="394"/>
            <ac:graphicFrameMk id="37" creationId="{001D1AAB-213A-4768-BCD7-EEB9DFF3FB1C}"/>
          </ac:graphicFrameMkLst>
        </pc:graphicFrameChg>
        <pc:graphicFrameChg chg="add mod modGraphic">
          <ac:chgData name="민재 황" userId="bf00b6b0cb0d191a" providerId="LiveId" clId="{374411F7-24C3-48E5-AFA8-97AF051099B7}" dt="2026-09-05T08:46:21.032" v="22836" actId="207"/>
          <ac:graphicFrameMkLst>
            <pc:docMk/>
            <pc:sldMk cId="1242615872" sldId="394"/>
            <ac:graphicFrameMk id="48" creationId="{3DA6DC31-DFEE-EA25-2D98-080346FFFBAE}"/>
          </ac:graphicFrameMkLst>
        </pc:graphicFrameChg>
        <pc:graphicFrameChg chg="add mod modGraphic">
          <ac:chgData name="민재 황" userId="bf00b6b0cb0d191a" providerId="LiveId" clId="{374411F7-24C3-48E5-AFA8-97AF051099B7}" dt="2026-09-05T08:46:27.066" v="22838" actId="207"/>
          <ac:graphicFrameMkLst>
            <pc:docMk/>
            <pc:sldMk cId="1242615872" sldId="394"/>
            <ac:graphicFrameMk id="103" creationId="{CCDDEE41-8AF1-D9FD-6494-A15698575612}"/>
          </ac:graphicFrameMkLst>
        </pc:graphicFrameChg>
        <pc:graphicFrameChg chg="add mod modGraphic">
          <ac:chgData name="민재 황" userId="bf00b6b0cb0d191a" providerId="LiveId" clId="{374411F7-24C3-48E5-AFA8-97AF051099B7}" dt="2026-09-05T08:46:53.740" v="22845" actId="207"/>
          <ac:graphicFrameMkLst>
            <pc:docMk/>
            <pc:sldMk cId="1242615872" sldId="394"/>
            <ac:graphicFrameMk id="104" creationId="{CCB1CD25-528B-FA72-C2AB-1DC5FE00FFA1}"/>
          </ac:graphicFrameMkLst>
        </pc:graphicFrameChg>
        <pc:graphicFrameChg chg="add mod modGraphic">
          <ac:chgData name="민재 황" userId="bf00b6b0cb0d191a" providerId="LiveId" clId="{374411F7-24C3-48E5-AFA8-97AF051099B7}" dt="2026-09-05T08:46:57.003" v="22846" actId="207"/>
          <ac:graphicFrameMkLst>
            <pc:docMk/>
            <pc:sldMk cId="1242615872" sldId="394"/>
            <ac:graphicFrameMk id="105" creationId="{3853B073-C96C-F0E4-F253-2542AD680A61}"/>
          </ac:graphicFrameMkLst>
        </pc:graphicFrameChg>
        <pc:graphicFrameChg chg="add mod modGraphic">
          <ac:chgData name="민재 황" userId="bf00b6b0cb0d191a" providerId="LiveId" clId="{374411F7-24C3-48E5-AFA8-97AF051099B7}" dt="2026-09-05T08:46:59.532" v="22847" actId="207"/>
          <ac:graphicFrameMkLst>
            <pc:docMk/>
            <pc:sldMk cId="1242615872" sldId="394"/>
            <ac:graphicFrameMk id="106" creationId="{B94A298E-47AD-0053-3314-5CB545832DB1}"/>
          </ac:graphicFrameMkLst>
        </pc:graphicFrameChg>
      </pc:sldChg>
      <pc:sldChg chg="addSp delSp modSp new mod ord">
        <pc:chgData name="민재 황" userId="bf00b6b0cb0d191a" providerId="LiveId" clId="{374411F7-24C3-48E5-AFA8-97AF051099B7}" dt="2026-09-05T08:39:01.651" v="22744" actId="692"/>
        <pc:sldMkLst>
          <pc:docMk/>
          <pc:sldMk cId="1004315952" sldId="395"/>
        </pc:sldMkLst>
        <pc:spChg chg="mod">
          <ac:chgData name="민재 황" userId="bf00b6b0cb0d191a" providerId="LiveId" clId="{374411F7-24C3-48E5-AFA8-97AF051099B7}" dt="2026-08-09T04:46:44.227" v="16960" actId="1076"/>
          <ac:spMkLst>
            <pc:docMk/>
            <pc:sldMk cId="1004315952" sldId="395"/>
            <ac:spMk id="8" creationId="{6BB1C96A-82DD-BA2D-1D04-1348598C062D}"/>
          </ac:spMkLst>
        </pc:spChg>
        <pc:graphicFrameChg chg="add mod">
          <ac:chgData name="민재 황" userId="bf00b6b0cb0d191a" providerId="LiveId" clId="{374411F7-24C3-48E5-AFA8-97AF051099B7}" dt="2026-09-05T08:36:54.496" v="22710" actId="555"/>
          <ac:graphicFrameMkLst>
            <pc:docMk/>
            <pc:sldMk cId="1004315952" sldId="395"/>
            <ac:graphicFrameMk id="4" creationId="{CCF972A2-8588-3AB7-9F7D-F528A02BF8E9}"/>
          </ac:graphicFrameMkLst>
        </pc:graphicFrameChg>
        <pc:graphicFrameChg chg="add mod">
          <ac:chgData name="민재 황" userId="bf00b6b0cb0d191a" providerId="LiveId" clId="{374411F7-24C3-48E5-AFA8-97AF051099B7}" dt="2026-09-05T08:38:05.313" v="22737" actId="14100"/>
          <ac:graphicFrameMkLst>
            <pc:docMk/>
            <pc:sldMk cId="1004315952" sldId="395"/>
            <ac:graphicFrameMk id="10" creationId="{6DB1F1FC-5FCC-6039-DFD8-AF83791E7B0A}"/>
          </ac:graphicFrameMkLst>
        </pc:graphicFrameChg>
        <pc:graphicFrameChg chg="add del mod">
          <ac:chgData name="민재 황" userId="bf00b6b0cb0d191a" providerId="LiveId" clId="{374411F7-24C3-48E5-AFA8-97AF051099B7}" dt="2026-09-05T08:20:19.300" v="22551" actId="478"/>
          <ac:graphicFrameMkLst>
            <pc:docMk/>
            <pc:sldMk cId="1004315952" sldId="395"/>
            <ac:graphicFrameMk id="12" creationId="{16EAFFD3-3123-9FAC-54FA-6EF89D551F67}"/>
          </ac:graphicFrameMkLst>
        </pc:graphicFrameChg>
        <pc:graphicFrameChg chg="add del mod">
          <ac:chgData name="민재 황" userId="bf00b6b0cb0d191a" providerId="LiveId" clId="{374411F7-24C3-48E5-AFA8-97AF051099B7}" dt="2026-09-05T08:24:59.019" v="22605" actId="478"/>
          <ac:graphicFrameMkLst>
            <pc:docMk/>
            <pc:sldMk cId="1004315952" sldId="395"/>
            <ac:graphicFrameMk id="13" creationId="{2A3BD777-C696-9960-ECD2-452A0183C9FD}"/>
          </ac:graphicFrameMkLst>
        </pc:graphicFrameChg>
        <pc:graphicFrameChg chg="add del mod">
          <ac:chgData name="민재 황" userId="bf00b6b0cb0d191a" providerId="LiveId" clId="{374411F7-24C3-48E5-AFA8-97AF051099B7}" dt="2026-09-05T08:25:44.374" v="22612" actId="478"/>
          <ac:graphicFrameMkLst>
            <pc:docMk/>
            <pc:sldMk cId="1004315952" sldId="395"/>
            <ac:graphicFrameMk id="14" creationId="{8B648E3B-5348-544A-DEB5-D096A1F90436}"/>
          </ac:graphicFrameMkLst>
        </pc:graphicFrameChg>
        <pc:graphicFrameChg chg="add mod">
          <ac:chgData name="민재 황" userId="bf00b6b0cb0d191a" providerId="LiveId" clId="{374411F7-24C3-48E5-AFA8-97AF051099B7}" dt="2026-09-05T08:26:05.680" v="22618" actId="255"/>
          <ac:graphicFrameMkLst>
            <pc:docMk/>
            <pc:sldMk cId="1004315952" sldId="395"/>
            <ac:graphicFrameMk id="15" creationId="{24E696E3-E15D-0D4F-C13B-898A8C7565AE}"/>
          </ac:graphicFrameMkLst>
        </pc:graphicFrameChg>
        <pc:graphicFrameChg chg="add mod">
          <ac:chgData name="민재 황" userId="bf00b6b0cb0d191a" providerId="LiveId" clId="{374411F7-24C3-48E5-AFA8-97AF051099B7}" dt="2026-09-05T08:39:01.651" v="22744" actId="692"/>
          <ac:graphicFrameMkLst>
            <pc:docMk/>
            <pc:sldMk cId="1004315952" sldId="395"/>
            <ac:graphicFrameMk id="16" creationId="{5741AA0C-AD3B-CBAC-1B5D-D93F2C82900C}"/>
          </ac:graphicFrameMkLst>
        </pc:graphicFrameChg>
        <pc:graphicFrameChg chg="add del mod">
          <ac:chgData name="민재 황" userId="bf00b6b0cb0d191a" providerId="LiveId" clId="{374411F7-24C3-48E5-AFA8-97AF051099B7}" dt="2026-09-05T08:36:30.294" v="22704" actId="478"/>
          <ac:graphicFrameMkLst>
            <pc:docMk/>
            <pc:sldMk cId="1004315952" sldId="395"/>
            <ac:graphicFrameMk id="17" creationId="{2727FE15-5782-8A2A-E182-1F3F5E120E6F}"/>
          </ac:graphicFrameMkLst>
        </pc:graphicFrameChg>
      </pc:sldChg>
      <pc:sldChg chg="addSp delSp modSp new mod">
        <pc:chgData name="민재 황" userId="bf00b6b0cb0d191a" providerId="LiveId" clId="{374411F7-24C3-48E5-AFA8-97AF051099B7}" dt="2026-09-05T09:00:23.654" v="22893" actId="1582"/>
        <pc:sldMkLst>
          <pc:docMk/>
          <pc:sldMk cId="2843672595" sldId="397"/>
        </pc:sldMkLst>
        <pc:graphicFrameChg chg="add del mod">
          <ac:chgData name="민재 황" userId="bf00b6b0cb0d191a" providerId="LiveId" clId="{374411F7-24C3-48E5-AFA8-97AF051099B7}" dt="2026-09-05T08:59:27.975" v="22878" actId="478"/>
          <ac:graphicFrameMkLst>
            <pc:docMk/>
            <pc:sldMk cId="2843672595" sldId="397"/>
            <ac:graphicFrameMk id="4" creationId="{E693A936-4232-9D04-7CA9-E752E595E233}"/>
          </ac:graphicFrameMkLst>
        </pc:graphicFrameChg>
        <pc:graphicFrameChg chg="add mod">
          <ac:chgData name="민재 황" userId="bf00b6b0cb0d191a" providerId="LiveId" clId="{374411F7-24C3-48E5-AFA8-97AF051099B7}" dt="2026-09-05T09:00:23.654" v="22893" actId="1582"/>
          <ac:graphicFrameMkLst>
            <pc:docMk/>
            <pc:sldMk cId="2843672595" sldId="397"/>
            <ac:graphicFrameMk id="8" creationId="{FB8E8980-A7C2-B571-5104-A55DEDF5E71B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9:05:29.277" v="22941"/>
        <pc:sldMkLst>
          <pc:docMk/>
          <pc:sldMk cId="4248845197" sldId="398"/>
        </pc:sldMkLst>
        <pc:spChg chg="mod">
          <ac:chgData name="민재 황" userId="bf00b6b0cb0d191a" providerId="LiveId" clId="{374411F7-24C3-48E5-AFA8-97AF051099B7}" dt="2026-09-05T09:05:24.089" v="22936" actId="20577"/>
          <ac:spMkLst>
            <pc:docMk/>
            <pc:sldMk cId="4248845197" sldId="398"/>
            <ac:spMk id="6" creationId="{5E68D9FD-1946-D7C8-EA0A-CD457E2B2AA9}"/>
          </ac:spMkLst>
        </pc:spChg>
        <pc:spChg chg="del mod">
          <ac:chgData name="민재 황" userId="bf00b6b0cb0d191a" providerId="LiveId" clId="{374411F7-24C3-48E5-AFA8-97AF051099B7}" dt="2026-09-05T09:05:29.277" v="22941"/>
          <ac:spMkLst>
            <pc:docMk/>
            <pc:sldMk cId="4248845197" sldId="398"/>
            <ac:spMk id="9" creationId="{81323CEA-BE1A-8E4B-8C85-9BE3381C546E}"/>
          </ac:spMkLst>
        </pc:spChg>
        <pc:graphicFrameChg chg="add mod">
          <ac:chgData name="민재 황" userId="bf00b6b0cb0d191a" providerId="LiveId" clId="{374411F7-24C3-48E5-AFA8-97AF051099B7}" dt="2026-09-05T09:05:16.967" v="22930" actId="1582"/>
          <ac:graphicFrameMkLst>
            <pc:docMk/>
            <pc:sldMk cId="4248845197" sldId="398"/>
            <ac:graphicFrameMk id="4" creationId="{23690815-F93B-D2F5-F66D-85F4159AA7CD}"/>
          </ac:graphicFrameMkLst>
        </pc:graphicFrameChg>
        <pc:graphicFrameChg chg="add del mod">
          <ac:chgData name="민재 황" userId="bf00b6b0cb0d191a" providerId="LiveId" clId="{374411F7-24C3-48E5-AFA8-97AF051099B7}" dt="2026-09-05T09:04:51.685" v="22922" actId="478"/>
          <ac:graphicFrameMkLst>
            <pc:docMk/>
            <pc:sldMk cId="4248845197" sldId="398"/>
            <ac:graphicFrameMk id="8" creationId="{F8FCF39C-89BE-761B-7DDA-623C7021B349}"/>
          </ac:graphicFrameMkLst>
        </pc:graphicFrameChg>
      </pc:sldChg>
      <pc:sldChg chg="addSp delSp modSp new mod">
        <pc:chgData name="민재 황" userId="bf00b6b0cb0d191a" providerId="LiveId" clId="{374411F7-24C3-48E5-AFA8-97AF051099B7}" dt="2026-09-05T08:32:11.495" v="22674" actId="255"/>
        <pc:sldMkLst>
          <pc:docMk/>
          <pc:sldMk cId="2995489855" sldId="400"/>
        </pc:sldMkLst>
        <pc:spChg chg="mod">
          <ac:chgData name="민재 황" userId="bf00b6b0cb0d191a" providerId="LiveId" clId="{374411F7-24C3-48E5-AFA8-97AF051099B7}" dt="2026-08-16T13:25:38.978" v="18843" actId="552"/>
          <ac:spMkLst>
            <pc:docMk/>
            <pc:sldMk cId="2995489855" sldId="400"/>
            <ac:spMk id="4" creationId="{1E27C2AE-C130-5A67-572D-454F6313BD11}"/>
          </ac:spMkLst>
        </pc:spChg>
        <pc:spChg chg="mod">
          <ac:chgData name="민재 황" userId="bf00b6b0cb0d191a" providerId="LiveId" clId="{374411F7-24C3-48E5-AFA8-97AF051099B7}" dt="2026-08-23T01:19:57.909" v="19901" actId="553"/>
          <ac:spMkLst>
            <pc:docMk/>
            <pc:sldMk cId="2995489855" sldId="400"/>
            <ac:spMk id="5" creationId="{C6C6A20B-874F-0CCA-19F7-AC7ECE47AF50}"/>
          </ac:spMkLst>
        </pc:spChg>
        <pc:spChg chg="del mod">
          <ac:chgData name="민재 황" userId="bf00b6b0cb0d191a" providerId="LiveId" clId="{374411F7-24C3-48E5-AFA8-97AF051099B7}" dt="2026-09-05T08:18:57.656" v="22537"/>
          <ac:spMkLst>
            <pc:docMk/>
            <pc:sldMk cId="2995489855" sldId="400"/>
            <ac:spMk id="9" creationId="{6DB0B14D-9BDB-71F9-33CB-248DF2F31A0B}"/>
          </ac:spMkLst>
        </pc:spChg>
        <pc:graphicFrameChg chg="add del mod">
          <ac:chgData name="민재 황" userId="bf00b6b0cb0d191a" providerId="LiveId" clId="{374411F7-24C3-48E5-AFA8-97AF051099B7}" dt="2026-09-05T08:18:29.046" v="22524" actId="478"/>
          <ac:graphicFrameMkLst>
            <pc:docMk/>
            <pc:sldMk cId="2995489855" sldId="400"/>
            <ac:graphicFrameMk id="8" creationId="{830C2F62-9312-BE7D-F908-64585FA3B133}"/>
          </ac:graphicFrameMkLst>
        </pc:graphicFrameChg>
        <pc:graphicFrameChg chg="add mod">
          <ac:chgData name="민재 황" userId="bf00b6b0cb0d191a" providerId="LiveId" clId="{374411F7-24C3-48E5-AFA8-97AF051099B7}" dt="2026-09-05T08:32:02.468" v="22672" actId="554"/>
          <ac:graphicFrameMkLst>
            <pc:docMk/>
            <pc:sldMk cId="2995489855" sldId="400"/>
            <ac:graphicFrameMk id="10" creationId="{48A4533C-4C0B-94F9-5D1F-1EECC91D5BE5}"/>
          </ac:graphicFrameMkLst>
        </pc:graphicFrameChg>
        <pc:graphicFrameChg chg="add mod">
          <ac:chgData name="민재 황" userId="bf00b6b0cb0d191a" providerId="LiveId" clId="{374411F7-24C3-48E5-AFA8-97AF051099B7}" dt="2026-09-05T08:32:11.495" v="22674" actId="255"/>
          <ac:graphicFrameMkLst>
            <pc:docMk/>
            <pc:sldMk cId="2995489855" sldId="400"/>
            <ac:graphicFrameMk id="11" creationId="{982EFFBB-7132-3965-6EBE-5C36E214DDCC}"/>
          </ac:graphicFrameMkLst>
        </pc:graphicFrameChg>
        <pc:graphicFrameChg chg="add del mod">
          <ac:chgData name="민재 황" userId="bf00b6b0cb0d191a" providerId="LiveId" clId="{374411F7-24C3-48E5-AFA8-97AF051099B7}" dt="2026-09-05T08:31:51.080" v="22668" actId="478"/>
          <ac:graphicFrameMkLst>
            <pc:docMk/>
            <pc:sldMk cId="2995489855" sldId="400"/>
            <ac:graphicFrameMk id="12" creationId="{EE19E903-18ED-EB1C-0313-2E12A8ED5B3E}"/>
          </ac:graphicFrameMkLst>
        </pc:graphicFrameChg>
      </pc:sldChg>
      <pc:sldChg chg="addSp delSp modSp new mod">
        <pc:chgData name="민재 황" userId="bf00b6b0cb0d191a" providerId="LiveId" clId="{374411F7-24C3-48E5-AFA8-97AF051099B7}" dt="2026-09-05T08:35:15.988" v="22703" actId="255"/>
        <pc:sldMkLst>
          <pc:docMk/>
          <pc:sldMk cId="1707071467" sldId="401"/>
        </pc:sldMkLst>
        <pc:graphicFrameChg chg="add del mod">
          <ac:chgData name="민재 황" userId="bf00b6b0cb0d191a" providerId="LiveId" clId="{374411F7-24C3-48E5-AFA8-97AF051099B7}" dt="2026-09-05T08:19:23.588" v="22538" actId="478"/>
          <ac:graphicFrameMkLst>
            <pc:docMk/>
            <pc:sldMk cId="1707071467" sldId="401"/>
            <ac:graphicFrameMk id="11" creationId="{24BCFFBE-CDFB-C22B-7B69-C3E96DBF8312}"/>
          </ac:graphicFrameMkLst>
        </pc:graphicFrameChg>
        <pc:graphicFrameChg chg="add mod">
          <ac:chgData name="민재 황" userId="bf00b6b0cb0d191a" providerId="LiveId" clId="{374411F7-24C3-48E5-AFA8-97AF051099B7}" dt="2026-09-05T08:35:09.489" v="22701" actId="554"/>
          <ac:graphicFrameMkLst>
            <pc:docMk/>
            <pc:sldMk cId="1707071467" sldId="401"/>
            <ac:graphicFrameMk id="12" creationId="{CBBB86C3-5B03-9245-9F7B-DEC63E90F268}"/>
          </ac:graphicFrameMkLst>
        </pc:graphicFrameChg>
        <pc:graphicFrameChg chg="add del mod">
          <ac:chgData name="민재 황" userId="bf00b6b0cb0d191a" providerId="LiveId" clId="{374411F7-24C3-48E5-AFA8-97AF051099B7}" dt="2026-09-05T08:22:32.386" v="22565" actId="478"/>
          <ac:graphicFrameMkLst>
            <pc:docMk/>
            <pc:sldMk cId="1707071467" sldId="401"/>
            <ac:graphicFrameMk id="13" creationId="{C0083927-9B7E-FEC7-01F6-FC5F74B31B7C}"/>
          </ac:graphicFrameMkLst>
        </pc:graphicFrameChg>
        <pc:graphicFrameChg chg="add del mod">
          <ac:chgData name="민재 황" userId="bf00b6b0cb0d191a" providerId="LiveId" clId="{374411F7-24C3-48E5-AFA8-97AF051099B7}" dt="2026-09-05T08:28:21.793" v="22632" actId="478"/>
          <ac:graphicFrameMkLst>
            <pc:docMk/>
            <pc:sldMk cId="1707071467" sldId="401"/>
            <ac:graphicFrameMk id="14" creationId="{E3A1AE20-939B-D3C0-1240-6F1C8CE2C1AA}"/>
          </ac:graphicFrameMkLst>
        </pc:graphicFrameChg>
        <pc:graphicFrameChg chg="add mod">
          <ac:chgData name="민재 황" userId="bf00b6b0cb0d191a" providerId="LiveId" clId="{374411F7-24C3-48E5-AFA8-97AF051099B7}" dt="2026-09-05T08:29:07.496" v="22643" actId="555"/>
          <ac:graphicFrameMkLst>
            <pc:docMk/>
            <pc:sldMk cId="1707071467" sldId="401"/>
            <ac:graphicFrameMk id="15" creationId="{A6BC23FA-E194-8C25-D538-B3CD817D7ADF}"/>
          </ac:graphicFrameMkLst>
        </pc:graphicFrameChg>
        <pc:graphicFrameChg chg="add mod">
          <ac:chgData name="민재 황" userId="bf00b6b0cb0d191a" providerId="LiveId" clId="{374411F7-24C3-48E5-AFA8-97AF051099B7}" dt="2026-09-05T08:28:38.977" v="22638" actId="255"/>
          <ac:graphicFrameMkLst>
            <pc:docMk/>
            <pc:sldMk cId="1707071467" sldId="401"/>
            <ac:graphicFrameMk id="16" creationId="{C23C0639-3FF9-7FD7-757F-63F4B71B914C}"/>
          </ac:graphicFrameMkLst>
        </pc:graphicFrameChg>
        <pc:graphicFrameChg chg="add del mod">
          <ac:chgData name="민재 황" userId="bf00b6b0cb0d191a" providerId="LiveId" clId="{374411F7-24C3-48E5-AFA8-97AF051099B7}" dt="2026-09-05T08:28:59.455" v="22639" actId="478"/>
          <ac:graphicFrameMkLst>
            <pc:docMk/>
            <pc:sldMk cId="1707071467" sldId="401"/>
            <ac:graphicFrameMk id="17" creationId="{A682E9E4-E896-80C4-6447-61E6455D729E}"/>
          </ac:graphicFrameMkLst>
        </pc:graphicFrameChg>
        <pc:graphicFrameChg chg="add mod">
          <ac:chgData name="민재 황" userId="bf00b6b0cb0d191a" providerId="LiveId" clId="{374411F7-24C3-48E5-AFA8-97AF051099B7}" dt="2026-09-05T08:32:43.410" v="22678" actId="552"/>
          <ac:graphicFrameMkLst>
            <pc:docMk/>
            <pc:sldMk cId="1707071467" sldId="401"/>
            <ac:graphicFrameMk id="18" creationId="{5E615325-2DD2-EBE1-6FBB-7487A10F5DA1}"/>
          </ac:graphicFrameMkLst>
        </pc:graphicFrameChg>
        <pc:graphicFrameChg chg="add mod">
          <ac:chgData name="민재 황" userId="bf00b6b0cb0d191a" providerId="LiveId" clId="{374411F7-24C3-48E5-AFA8-97AF051099B7}" dt="2026-09-05T08:32:58.877" v="22681" actId="255"/>
          <ac:graphicFrameMkLst>
            <pc:docMk/>
            <pc:sldMk cId="1707071467" sldId="401"/>
            <ac:graphicFrameMk id="19" creationId="{E76F8D71-95CF-3188-78C3-71C17B1A846D}"/>
          </ac:graphicFrameMkLst>
        </pc:graphicFrameChg>
        <pc:graphicFrameChg chg="add mod">
          <ac:chgData name="민재 황" userId="bf00b6b0cb0d191a" providerId="LiveId" clId="{374411F7-24C3-48E5-AFA8-97AF051099B7}" dt="2026-09-05T08:35:15.988" v="22703" actId="255"/>
          <ac:graphicFrameMkLst>
            <pc:docMk/>
            <pc:sldMk cId="1707071467" sldId="401"/>
            <ac:graphicFrameMk id="20" creationId="{402FAEEA-5954-9100-D1AD-6929A1A5C1DF}"/>
          </ac:graphicFrameMkLst>
        </pc:graphicFrameChg>
        <pc:graphicFrameChg chg="add del mod">
          <ac:chgData name="민재 황" userId="bf00b6b0cb0d191a" providerId="LiveId" clId="{374411F7-24C3-48E5-AFA8-97AF051099B7}" dt="2026-09-05T08:32:36.678" v="22675" actId="478"/>
          <ac:graphicFrameMkLst>
            <pc:docMk/>
            <pc:sldMk cId="1707071467" sldId="401"/>
            <ac:graphicFrameMk id="21" creationId="{8A291E44-E3E1-0ECF-890C-63CD482FA43B}"/>
          </ac:graphicFrameMkLst>
        </pc:graphicFrameChg>
        <pc:graphicFrameChg chg="add del mod">
          <ac:chgData name="민재 황" userId="bf00b6b0cb0d191a" providerId="LiveId" clId="{374411F7-24C3-48E5-AFA8-97AF051099B7}" dt="2026-09-05T08:35:04.470" v="22698" actId="478"/>
          <ac:graphicFrameMkLst>
            <pc:docMk/>
            <pc:sldMk cId="1707071467" sldId="401"/>
            <ac:graphicFrameMk id="22" creationId="{2B01E434-A7F7-7D4A-863B-B08C56CBEB2D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9:02:38.085" v="22921" actId="20577"/>
        <pc:sldMkLst>
          <pc:docMk/>
          <pc:sldMk cId="2068212980" sldId="402"/>
        </pc:sldMkLst>
        <pc:spChg chg="mod">
          <ac:chgData name="민재 황" userId="bf00b6b0cb0d191a" providerId="LiveId" clId="{374411F7-24C3-48E5-AFA8-97AF051099B7}" dt="2026-09-05T09:02:38.085" v="22921" actId="20577"/>
          <ac:spMkLst>
            <pc:docMk/>
            <pc:sldMk cId="2068212980" sldId="402"/>
            <ac:spMk id="5" creationId="{FA9C58BD-1D3B-1918-37C8-FC858723EBB0}"/>
          </ac:spMkLst>
        </pc:spChg>
        <pc:graphicFrameChg chg="add mod">
          <ac:chgData name="민재 황" userId="bf00b6b0cb0d191a" providerId="LiveId" clId="{374411F7-24C3-48E5-AFA8-97AF051099B7}" dt="2026-09-05T09:02:30.238" v="22907" actId="1582"/>
          <ac:graphicFrameMkLst>
            <pc:docMk/>
            <pc:sldMk cId="2068212980" sldId="402"/>
            <ac:graphicFrameMk id="4" creationId="{A416C6BC-2DDD-67FF-411A-42B8AE9D46A2}"/>
          </ac:graphicFrameMkLst>
        </pc:graphicFrameChg>
        <pc:graphicFrameChg chg="add del mod">
          <ac:chgData name="민재 황" userId="bf00b6b0cb0d191a" providerId="LiveId" clId="{374411F7-24C3-48E5-AFA8-97AF051099B7}" dt="2026-09-05T09:01:48.760" v="22894" actId="478"/>
          <ac:graphicFrameMkLst>
            <pc:docMk/>
            <pc:sldMk cId="2068212980" sldId="402"/>
            <ac:graphicFrameMk id="8" creationId="{1E6360ED-6548-BD92-729C-B73F227A24E1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8:31:18.834" v="22665" actId="255"/>
        <pc:sldMkLst>
          <pc:docMk/>
          <pc:sldMk cId="4267253778" sldId="404"/>
        </pc:sldMkLst>
        <pc:graphicFrameChg chg="add del mod">
          <ac:chgData name="민재 황" userId="bf00b6b0cb0d191a" providerId="LiveId" clId="{374411F7-24C3-48E5-AFA8-97AF051099B7}" dt="2026-09-05T08:23:17.148" v="22571" actId="478"/>
          <ac:graphicFrameMkLst>
            <pc:docMk/>
            <pc:sldMk cId="4267253778" sldId="404"/>
            <ac:graphicFrameMk id="11" creationId="{448AAC1E-AC67-9336-ACF4-9B420361C6D5}"/>
          </ac:graphicFrameMkLst>
        </pc:graphicFrameChg>
        <pc:graphicFrameChg chg="add del mod">
          <ac:chgData name="민재 황" userId="bf00b6b0cb0d191a" providerId="LiveId" clId="{374411F7-24C3-48E5-AFA8-97AF051099B7}" dt="2026-09-05T08:24:17.465" v="22598" actId="478"/>
          <ac:graphicFrameMkLst>
            <pc:docMk/>
            <pc:sldMk cId="4267253778" sldId="404"/>
            <ac:graphicFrameMk id="12" creationId="{774CD9AB-965A-3FF3-BD7B-F7A0551152E6}"/>
          </ac:graphicFrameMkLst>
        </pc:graphicFrameChg>
        <pc:graphicFrameChg chg="add del mod">
          <ac:chgData name="민재 황" userId="bf00b6b0cb0d191a" providerId="LiveId" clId="{374411F7-24C3-48E5-AFA8-97AF051099B7}" dt="2026-09-05T08:27:07.495" v="22626" actId="478"/>
          <ac:graphicFrameMkLst>
            <pc:docMk/>
            <pc:sldMk cId="4267253778" sldId="404"/>
            <ac:graphicFrameMk id="13" creationId="{AEC49F09-580E-CBDC-3DB0-DBB757BE7704}"/>
          </ac:graphicFrameMkLst>
        </pc:graphicFrameChg>
        <pc:graphicFrameChg chg="add del mod">
          <ac:chgData name="민재 황" userId="bf00b6b0cb0d191a" providerId="LiveId" clId="{374411F7-24C3-48E5-AFA8-97AF051099B7}" dt="2026-09-05T08:29:34.174" v="22646" actId="478"/>
          <ac:graphicFrameMkLst>
            <pc:docMk/>
            <pc:sldMk cId="4267253778" sldId="404"/>
            <ac:graphicFrameMk id="14" creationId="{2C0AFE76-08B3-1CC8-CC22-403AED3F2403}"/>
          </ac:graphicFrameMkLst>
        </pc:graphicFrameChg>
        <pc:graphicFrameChg chg="add del mod">
          <ac:chgData name="민재 황" userId="bf00b6b0cb0d191a" providerId="LiveId" clId="{374411F7-24C3-48E5-AFA8-97AF051099B7}" dt="2026-09-05T08:30:18.035" v="22652" actId="478"/>
          <ac:graphicFrameMkLst>
            <pc:docMk/>
            <pc:sldMk cId="4267253778" sldId="404"/>
            <ac:graphicFrameMk id="15" creationId="{5540EB3A-02A3-AACD-C01D-2EFD5AA10CAF}"/>
          </ac:graphicFrameMkLst>
        </pc:graphicFrameChg>
        <pc:graphicFrameChg chg="add del mod">
          <ac:chgData name="민재 황" userId="bf00b6b0cb0d191a" providerId="LiveId" clId="{374411F7-24C3-48E5-AFA8-97AF051099B7}" dt="2026-09-05T08:31:00.883" v="22659" actId="478"/>
          <ac:graphicFrameMkLst>
            <pc:docMk/>
            <pc:sldMk cId="4267253778" sldId="404"/>
            <ac:graphicFrameMk id="16" creationId="{97C63AD7-0ED0-7674-435B-F390BDAE0BD7}"/>
          </ac:graphicFrameMkLst>
        </pc:graphicFrameChg>
        <pc:graphicFrameChg chg="add mod">
          <ac:chgData name="민재 황" userId="bf00b6b0cb0d191a" providerId="LiveId" clId="{374411F7-24C3-48E5-AFA8-97AF051099B7}" dt="2026-09-05T08:31:06.460" v="22662" actId="553"/>
          <ac:graphicFrameMkLst>
            <pc:docMk/>
            <pc:sldMk cId="4267253778" sldId="404"/>
            <ac:graphicFrameMk id="17" creationId="{4134E8FA-D699-066F-F914-4463D800B999}"/>
          </ac:graphicFrameMkLst>
        </pc:graphicFrameChg>
        <pc:graphicFrameChg chg="add mod">
          <ac:chgData name="민재 황" userId="bf00b6b0cb0d191a" providerId="LiveId" clId="{374411F7-24C3-48E5-AFA8-97AF051099B7}" dt="2026-09-05T08:30:22.081" v="22655" actId="552"/>
          <ac:graphicFrameMkLst>
            <pc:docMk/>
            <pc:sldMk cId="4267253778" sldId="404"/>
            <ac:graphicFrameMk id="18" creationId="{F1E555B6-3C8C-F9AF-61E4-058134F1E810}"/>
          </ac:graphicFrameMkLst>
        </pc:graphicFrameChg>
        <pc:graphicFrameChg chg="add mod">
          <ac:chgData name="민재 황" userId="bf00b6b0cb0d191a" providerId="LiveId" clId="{374411F7-24C3-48E5-AFA8-97AF051099B7}" dt="2026-09-05T08:31:11.168" v="22663" actId="555"/>
          <ac:graphicFrameMkLst>
            <pc:docMk/>
            <pc:sldMk cId="4267253778" sldId="404"/>
            <ac:graphicFrameMk id="19" creationId="{26B69275-AA4A-9A08-E695-838803F29E1C}"/>
          </ac:graphicFrameMkLst>
        </pc:graphicFrameChg>
        <pc:graphicFrameChg chg="add mod">
          <ac:chgData name="민재 황" userId="bf00b6b0cb0d191a" providerId="LiveId" clId="{374411F7-24C3-48E5-AFA8-97AF051099B7}" dt="2026-09-05T08:29:45.435" v="22651" actId="255"/>
          <ac:graphicFrameMkLst>
            <pc:docMk/>
            <pc:sldMk cId="4267253778" sldId="404"/>
            <ac:graphicFrameMk id="20" creationId="{8F98BF41-282F-BF47-180C-6E2F0991E175}"/>
          </ac:graphicFrameMkLst>
        </pc:graphicFrameChg>
        <pc:graphicFrameChg chg="add mod">
          <ac:chgData name="민재 황" userId="bf00b6b0cb0d191a" providerId="LiveId" clId="{374411F7-24C3-48E5-AFA8-97AF051099B7}" dt="2026-09-05T08:30:35.676" v="22658" actId="255"/>
          <ac:graphicFrameMkLst>
            <pc:docMk/>
            <pc:sldMk cId="4267253778" sldId="404"/>
            <ac:graphicFrameMk id="21" creationId="{5C1947A7-1E1D-C625-C8D8-C2BE805FB940}"/>
          </ac:graphicFrameMkLst>
        </pc:graphicFrameChg>
        <pc:graphicFrameChg chg="add mod">
          <ac:chgData name="민재 황" userId="bf00b6b0cb0d191a" providerId="LiveId" clId="{374411F7-24C3-48E5-AFA8-97AF051099B7}" dt="2026-09-05T08:31:18.834" v="22665" actId="255"/>
          <ac:graphicFrameMkLst>
            <pc:docMk/>
            <pc:sldMk cId="4267253778" sldId="404"/>
            <ac:graphicFrameMk id="22" creationId="{9027FF05-6DFD-66B0-4C02-34FEB7AEC405}"/>
          </ac:graphicFrameMkLst>
        </pc:graphicFrameChg>
      </pc:sldChg>
      <pc:sldChg chg="addSp delSp modSp new mod">
        <pc:chgData name="민재 황" userId="bf00b6b0cb0d191a" providerId="LiveId" clId="{374411F7-24C3-48E5-AFA8-97AF051099B7}" dt="2026-09-05T08:26:50.058" v="22625" actId="255"/>
        <pc:sldMkLst>
          <pc:docMk/>
          <pc:sldMk cId="4143739155" sldId="405"/>
        </pc:sldMkLst>
        <pc:graphicFrameChg chg="add del mod">
          <ac:chgData name="민재 황" userId="bf00b6b0cb0d191a" providerId="LiveId" clId="{374411F7-24C3-48E5-AFA8-97AF051099B7}" dt="2026-09-05T08:16:55.758" v="22507" actId="478"/>
          <ac:graphicFrameMkLst>
            <pc:docMk/>
            <pc:sldMk cId="4143739155" sldId="405"/>
            <ac:graphicFrameMk id="10" creationId="{B6BC8D50-76FC-42A3-D82A-A54C1902799B}"/>
          </ac:graphicFrameMkLst>
        </pc:graphicFrameChg>
        <pc:graphicFrameChg chg="add del mod">
          <ac:chgData name="민재 황" userId="bf00b6b0cb0d191a" providerId="LiveId" clId="{374411F7-24C3-48E5-AFA8-97AF051099B7}" dt="2026-09-05T08:17:31.277" v="22517" actId="478"/>
          <ac:graphicFrameMkLst>
            <pc:docMk/>
            <pc:sldMk cId="4143739155" sldId="405"/>
            <ac:graphicFrameMk id="11" creationId="{562101E9-5373-17D4-C9BC-F30EF562734D}"/>
          </ac:graphicFrameMkLst>
        </pc:graphicFrameChg>
        <pc:graphicFrameChg chg="add del mod">
          <ac:chgData name="민재 황" userId="bf00b6b0cb0d191a" providerId="LiveId" clId="{374411F7-24C3-48E5-AFA8-97AF051099B7}" dt="2026-09-05T08:21:11.702" v="22558" actId="478"/>
          <ac:graphicFrameMkLst>
            <pc:docMk/>
            <pc:sldMk cId="4143739155" sldId="405"/>
            <ac:graphicFrameMk id="12" creationId="{4DCB188F-78A9-C8FB-9952-A693A1B88240}"/>
          </ac:graphicFrameMkLst>
        </pc:graphicFrameChg>
        <pc:graphicFrameChg chg="add del mod">
          <ac:chgData name="민재 황" userId="bf00b6b0cb0d191a" providerId="LiveId" clId="{374411F7-24C3-48E5-AFA8-97AF051099B7}" dt="2026-09-05T08:26:33.850" v="22619" actId="478"/>
          <ac:graphicFrameMkLst>
            <pc:docMk/>
            <pc:sldMk cId="4143739155" sldId="405"/>
            <ac:graphicFrameMk id="13" creationId="{34FCD9CA-996A-2C64-5CCD-126B18D4E9A1}"/>
          </ac:graphicFrameMkLst>
        </pc:graphicFrameChg>
        <pc:graphicFrameChg chg="add mod">
          <ac:chgData name="민재 황" userId="bf00b6b0cb0d191a" providerId="LiveId" clId="{374411F7-24C3-48E5-AFA8-97AF051099B7}" dt="2026-09-05T08:21:19.902" v="22562" actId="555"/>
          <ac:graphicFrameMkLst>
            <pc:docMk/>
            <pc:sldMk cId="4143739155" sldId="405"/>
            <ac:graphicFrameMk id="14" creationId="{BA06996F-3139-976E-DA98-938977E479B5}"/>
          </ac:graphicFrameMkLst>
        </pc:graphicFrameChg>
        <pc:graphicFrameChg chg="add mod">
          <ac:chgData name="민재 황" userId="bf00b6b0cb0d191a" providerId="LiveId" clId="{374411F7-24C3-48E5-AFA8-97AF051099B7}" dt="2026-09-05T08:26:42.076" v="22623" actId="554"/>
          <ac:graphicFrameMkLst>
            <pc:docMk/>
            <pc:sldMk cId="4143739155" sldId="405"/>
            <ac:graphicFrameMk id="15" creationId="{3066424B-96D3-854F-4325-C8F2614C91B7}"/>
          </ac:graphicFrameMkLst>
        </pc:graphicFrameChg>
        <pc:graphicFrameChg chg="add mod">
          <ac:chgData name="민재 황" userId="bf00b6b0cb0d191a" providerId="LiveId" clId="{374411F7-24C3-48E5-AFA8-97AF051099B7}" dt="2026-09-05T08:26:37.814" v="22622" actId="552"/>
          <ac:graphicFrameMkLst>
            <pc:docMk/>
            <pc:sldMk cId="4143739155" sldId="405"/>
            <ac:graphicFrameMk id="16" creationId="{8EC8E7E3-7796-9D50-42E3-A6AA67A14670}"/>
          </ac:graphicFrameMkLst>
        </pc:graphicFrameChg>
        <pc:graphicFrameChg chg="add mod">
          <ac:chgData name="민재 황" userId="bf00b6b0cb0d191a" providerId="LiveId" clId="{374411F7-24C3-48E5-AFA8-97AF051099B7}" dt="2026-09-05T08:26:50.058" v="22625" actId="255"/>
          <ac:graphicFrameMkLst>
            <pc:docMk/>
            <pc:sldMk cId="4143739155" sldId="405"/>
            <ac:graphicFrameMk id="17" creationId="{1A34308B-A6E0-64B6-ADCC-049EA442E27C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8:34:36.099" v="22697" actId="255"/>
        <pc:sldMkLst>
          <pc:docMk/>
          <pc:sldMk cId="1644271651" sldId="406"/>
        </pc:sldMkLst>
        <pc:spChg chg="mod">
          <ac:chgData name="민재 황" userId="bf00b6b0cb0d191a" providerId="LiveId" clId="{374411F7-24C3-48E5-AFA8-97AF051099B7}" dt="2026-08-16T13:29:11.839" v="18860" actId="552"/>
          <ac:spMkLst>
            <pc:docMk/>
            <pc:sldMk cId="1644271651" sldId="406"/>
            <ac:spMk id="4" creationId="{34BA62C7-8237-91F6-6446-EAA7B4FF194F}"/>
          </ac:spMkLst>
        </pc:spChg>
        <pc:spChg chg="mod">
          <ac:chgData name="민재 황" userId="bf00b6b0cb0d191a" providerId="LiveId" clId="{374411F7-24C3-48E5-AFA8-97AF051099B7}" dt="2026-08-16T13:30:11.561" v="18869" actId="553"/>
          <ac:spMkLst>
            <pc:docMk/>
            <pc:sldMk cId="1644271651" sldId="406"/>
            <ac:spMk id="5" creationId="{20768C06-595A-9AA1-3CB1-12E0EBDFAD13}"/>
          </ac:spMkLst>
        </pc:spChg>
        <pc:graphicFrameChg chg="add del mod">
          <ac:chgData name="민재 황" userId="bf00b6b0cb0d191a" providerId="LiveId" clId="{374411F7-24C3-48E5-AFA8-97AF051099B7}" dt="2026-09-05T08:33:38.958" v="22682" actId="478"/>
          <ac:graphicFrameMkLst>
            <pc:docMk/>
            <pc:sldMk cId="1644271651" sldId="406"/>
            <ac:graphicFrameMk id="8" creationId="{1ABCB8C3-3FF0-9DD0-6FE2-1C169F939CC5}"/>
          </ac:graphicFrameMkLst>
        </pc:graphicFrameChg>
        <pc:graphicFrameChg chg="add del mod">
          <ac:chgData name="민재 황" userId="bf00b6b0cb0d191a" providerId="LiveId" clId="{374411F7-24C3-48E5-AFA8-97AF051099B7}" dt="2026-09-05T08:34:20.996" v="22690" actId="478"/>
          <ac:graphicFrameMkLst>
            <pc:docMk/>
            <pc:sldMk cId="1644271651" sldId="406"/>
            <ac:graphicFrameMk id="9" creationId="{D9165052-B7C6-0A5B-4B4E-37AC97B65BB0}"/>
          </ac:graphicFrameMkLst>
        </pc:graphicFrameChg>
        <pc:graphicFrameChg chg="add mod">
          <ac:chgData name="민재 황" userId="bf00b6b0cb0d191a" providerId="LiveId" clId="{374411F7-24C3-48E5-AFA8-97AF051099B7}" dt="2026-09-05T08:34:29.261" v="22695" actId="554"/>
          <ac:graphicFrameMkLst>
            <pc:docMk/>
            <pc:sldMk cId="1644271651" sldId="406"/>
            <ac:graphicFrameMk id="10" creationId="{6FBEC9D9-0621-192E-E463-876E27500FAB}"/>
          </ac:graphicFrameMkLst>
        </pc:graphicFrameChg>
        <pc:graphicFrameChg chg="add mod">
          <ac:chgData name="민재 황" userId="bf00b6b0cb0d191a" providerId="LiveId" clId="{374411F7-24C3-48E5-AFA8-97AF051099B7}" dt="2026-09-05T08:34:36.099" v="22697" actId="255"/>
          <ac:graphicFrameMkLst>
            <pc:docMk/>
            <pc:sldMk cId="1644271651" sldId="406"/>
            <ac:graphicFrameMk id="11" creationId="{4B3B796A-D833-DD61-8F7B-C1C2AD54129B}"/>
          </ac:graphicFrameMkLst>
        </pc:graphicFrameChg>
      </pc:sldChg>
      <pc:sldChg chg="addSp delSp modSp add mod">
        <pc:chgData name="민재 황" userId="bf00b6b0cb0d191a" providerId="LiveId" clId="{374411F7-24C3-48E5-AFA8-97AF051099B7}" dt="2026-09-05T08:10:31.813" v="22501"/>
        <pc:sldMkLst>
          <pc:docMk/>
          <pc:sldMk cId="1562661916" sldId="448"/>
        </pc:sldMkLst>
        <pc:spChg chg="mod">
          <ac:chgData name="민재 황" userId="bf00b6b0cb0d191a" providerId="LiveId" clId="{374411F7-24C3-48E5-AFA8-97AF051099B7}" dt="2026-09-05T07:28:58.510" v="22226" actId="20577"/>
          <ac:spMkLst>
            <pc:docMk/>
            <pc:sldMk cId="1562661916" sldId="448"/>
            <ac:spMk id="3" creationId="{2B72CD55-E3E7-C9E3-9BD3-9007445AFA8B}"/>
          </ac:spMkLst>
        </pc:spChg>
        <pc:spChg chg="mod">
          <ac:chgData name="민재 황" userId="bf00b6b0cb0d191a" providerId="LiveId" clId="{374411F7-24C3-48E5-AFA8-97AF051099B7}" dt="2026-09-05T07:28:46.442" v="22225" actId="20577"/>
          <ac:spMkLst>
            <pc:docMk/>
            <pc:sldMk cId="1562661916" sldId="448"/>
            <ac:spMk id="9" creationId="{E3B28F4B-4207-67D2-0D9C-1D8E43915CDB}"/>
          </ac:spMkLst>
        </pc:spChg>
        <pc:spChg chg="add del mod ord">
          <ac:chgData name="민재 황" userId="bf00b6b0cb0d191a" providerId="LiveId" clId="{374411F7-24C3-48E5-AFA8-97AF051099B7}" dt="2026-09-05T06:15:31.242" v="21828" actId="478"/>
          <ac:spMkLst>
            <pc:docMk/>
            <pc:sldMk cId="1562661916" sldId="448"/>
            <ac:spMk id="17" creationId="{F16A5097-3903-EDCD-09A1-AF7B9AB36312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18" creationId="{3F32792A-C0EB-477D-B0CA-4743162E3BDB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19" creationId="{53D4D663-E9F0-C67D-FA4C-19149F59D996}"/>
          </ac:spMkLst>
        </pc:spChg>
        <pc:spChg chg="add del mod">
          <ac:chgData name="민재 황" userId="bf00b6b0cb0d191a" providerId="LiveId" clId="{374411F7-24C3-48E5-AFA8-97AF051099B7}" dt="2026-09-05T06:15:28.038" v="21825" actId="478"/>
          <ac:spMkLst>
            <pc:docMk/>
            <pc:sldMk cId="1562661916" sldId="448"/>
            <ac:spMk id="21" creationId="{6142C7A7-E7F3-AF80-30D5-8E5A64AA3563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23" creationId="{99E1303F-54DF-4496-5337-55D8D86325C2}"/>
          </ac:spMkLst>
        </pc:spChg>
        <pc:spChg chg="add del mod">
          <ac:chgData name="민재 황" userId="bf00b6b0cb0d191a" providerId="LiveId" clId="{374411F7-24C3-48E5-AFA8-97AF051099B7}" dt="2026-09-05T06:15:32.008" v="21829" actId="478"/>
          <ac:spMkLst>
            <pc:docMk/>
            <pc:sldMk cId="1562661916" sldId="448"/>
            <ac:spMk id="25" creationId="{2AFD3950-87EE-239F-1B99-1A1B4FCC51B5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26" creationId="{516654C9-D31E-16AB-C567-A2457C8E301D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28" creationId="{5EDF5046-D31A-1E37-5190-BDFF6ECB680F}"/>
          </ac:spMkLst>
        </pc:spChg>
        <pc:spChg chg="add del mod">
          <ac:chgData name="민재 황" userId="bf00b6b0cb0d191a" providerId="LiveId" clId="{374411F7-24C3-48E5-AFA8-97AF051099B7}" dt="2026-09-05T06:15:29.654" v="21827" actId="478"/>
          <ac:spMkLst>
            <pc:docMk/>
            <pc:sldMk cId="1562661916" sldId="448"/>
            <ac:spMk id="33" creationId="{7BA33856-0ED5-3D00-2DD1-26E79D3B65A2}"/>
          </ac:spMkLst>
        </pc:spChg>
        <pc:spChg chg="add del mod">
          <ac:chgData name="민재 황" userId="bf00b6b0cb0d191a" providerId="LiveId" clId="{374411F7-24C3-48E5-AFA8-97AF051099B7}" dt="2026-09-05T06:15:34.690" v="21831" actId="478"/>
          <ac:spMkLst>
            <pc:docMk/>
            <pc:sldMk cId="1562661916" sldId="448"/>
            <ac:spMk id="41" creationId="{5152C86E-53B6-ECF2-84E2-35F69E7C6197}"/>
          </ac:spMkLst>
        </pc:spChg>
        <pc:spChg chg="add del mod">
          <ac:chgData name="민재 황" userId="bf00b6b0cb0d191a" providerId="LiveId" clId="{374411F7-24C3-48E5-AFA8-97AF051099B7}" dt="2026-09-05T06:15:41.336" v="21836" actId="478"/>
          <ac:spMkLst>
            <pc:docMk/>
            <pc:sldMk cId="1562661916" sldId="448"/>
            <ac:spMk id="43" creationId="{3FAF06B7-5F62-7D86-E9AE-F604417BCCB5}"/>
          </ac:spMkLst>
        </pc:spChg>
        <pc:spChg chg="add del mod">
          <ac:chgData name="민재 황" userId="bf00b6b0cb0d191a" providerId="LiveId" clId="{374411F7-24C3-48E5-AFA8-97AF051099B7}" dt="2026-09-05T06:15:37.469" v="21832" actId="478"/>
          <ac:spMkLst>
            <pc:docMk/>
            <pc:sldMk cId="1562661916" sldId="448"/>
            <ac:spMk id="47" creationId="{81A296EC-6955-EC91-2EA3-71900AAF7097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48" creationId="{27C4762C-A17D-1F1F-65FB-7B7A9B1A3ECF}"/>
          </ac:spMkLst>
        </pc:spChg>
        <pc:spChg chg="add mod">
          <ac:chgData name="민재 황" userId="bf00b6b0cb0d191a" providerId="LiveId" clId="{374411F7-24C3-48E5-AFA8-97AF051099B7}" dt="2026-09-05T07:12:51.080" v="22155" actId="14100"/>
          <ac:spMkLst>
            <pc:docMk/>
            <pc:sldMk cId="1562661916" sldId="448"/>
            <ac:spMk id="51" creationId="{C93B42A4-87EA-4A70-9748-361049899E3D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58" creationId="{4D13AC52-800C-5ACF-8A37-84F105959733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62" creationId="{E03C4A27-2A54-39AB-4C62-48B86001D96E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63" creationId="{09D793A8-0753-7D24-52C0-862AFD398FE0}"/>
          </ac:spMkLst>
        </pc:spChg>
        <pc:spChg chg="add mod">
          <ac:chgData name="민재 황" userId="bf00b6b0cb0d191a" providerId="LiveId" clId="{374411F7-24C3-48E5-AFA8-97AF051099B7}" dt="2026-09-05T07:34:19.826" v="22304" actId="1038"/>
          <ac:spMkLst>
            <pc:docMk/>
            <pc:sldMk cId="1562661916" sldId="448"/>
            <ac:spMk id="64" creationId="{800E704E-CC36-DA8D-CC70-25540FA75E81}"/>
          </ac:spMkLst>
        </pc:spChg>
        <pc:spChg chg="mod">
          <ac:chgData name="민재 황" userId="bf00b6b0cb0d191a" providerId="LiveId" clId="{374411F7-24C3-48E5-AFA8-97AF051099B7}" dt="2026-09-05T07:34:32.644" v="22306" actId="14100"/>
          <ac:spMkLst>
            <pc:docMk/>
            <pc:sldMk cId="1562661916" sldId="448"/>
            <ac:spMk id="66" creationId="{B53B987C-FA6F-DD6F-2A8C-52E7781E9F25}"/>
          </ac:spMkLst>
        </pc:spChg>
        <pc:spChg chg="add mod">
          <ac:chgData name="민재 황" userId="bf00b6b0cb0d191a" providerId="LiveId" clId="{374411F7-24C3-48E5-AFA8-97AF051099B7}" dt="2026-09-05T07:12:42.378" v="22154" actId="20577"/>
          <ac:spMkLst>
            <pc:docMk/>
            <pc:sldMk cId="1562661916" sldId="448"/>
            <ac:spMk id="82" creationId="{AF752E05-1AAD-0877-86AC-B89A12B543E9}"/>
          </ac:spMkLst>
        </pc:spChg>
        <pc:graphicFrameChg chg="add del mod">
          <ac:chgData name="민재 황" userId="bf00b6b0cb0d191a" providerId="LiveId" clId="{374411F7-24C3-48E5-AFA8-97AF051099B7}" dt="2026-09-05T06:49:00.873" v="21909" actId="478"/>
          <ac:graphicFrameMkLst>
            <pc:docMk/>
            <pc:sldMk cId="1562661916" sldId="448"/>
            <ac:graphicFrameMk id="2" creationId="{AECAA3F5-ECC7-4DCA-F8B0-C36B53764C20}"/>
          </ac:graphicFrameMkLst>
        </pc:graphicFrameChg>
        <pc:graphicFrameChg chg="add del">
          <ac:chgData name="민재 황" userId="bf00b6b0cb0d191a" providerId="LiveId" clId="{374411F7-24C3-48E5-AFA8-97AF051099B7}" dt="2026-09-05T06:49:12.545" v="21911" actId="478"/>
          <ac:graphicFrameMkLst>
            <pc:docMk/>
            <pc:sldMk cId="1562661916" sldId="448"/>
            <ac:graphicFrameMk id="4" creationId="{737CF6A0-75BA-BCCB-EC20-C23EEF5FF3F9}"/>
          </ac:graphicFrameMkLst>
        </pc:graphicFrameChg>
        <pc:graphicFrameChg chg="add del">
          <ac:chgData name="민재 황" userId="bf00b6b0cb0d191a" providerId="LiveId" clId="{374411F7-24C3-48E5-AFA8-97AF051099B7}" dt="2026-09-05T06:50:04.375" v="21913" actId="478"/>
          <ac:graphicFrameMkLst>
            <pc:docMk/>
            <pc:sldMk cId="1562661916" sldId="448"/>
            <ac:graphicFrameMk id="5" creationId="{24CD33AC-2348-5895-65B9-CC77B3533739}"/>
          </ac:graphicFrameMkLst>
        </pc:graphicFrameChg>
        <pc:graphicFrameChg chg="add mod modGraphic">
          <ac:chgData name="민재 황" userId="bf00b6b0cb0d191a" providerId="LiveId" clId="{374411F7-24C3-48E5-AFA8-97AF051099B7}" dt="2026-09-05T08:10:31.813" v="22501"/>
          <ac:graphicFrameMkLst>
            <pc:docMk/>
            <pc:sldMk cId="1562661916" sldId="448"/>
            <ac:graphicFrameMk id="7" creationId="{D009047B-D349-AA63-D947-1590E52BCAF9}"/>
          </ac:graphicFrameMkLst>
        </pc:graphicFrameChg>
        <pc:picChg chg="add del mod">
          <ac:chgData name="민재 황" userId="bf00b6b0cb0d191a" providerId="LiveId" clId="{374411F7-24C3-48E5-AFA8-97AF051099B7}" dt="2026-09-05T07:22:05.903" v="22191" actId="478"/>
          <ac:picMkLst>
            <pc:docMk/>
            <pc:sldMk cId="1562661916" sldId="448"/>
            <ac:picMk id="84" creationId="{AC3AF56E-C2B1-F3BF-6CB0-DF51A610B6AF}"/>
          </ac:picMkLst>
        </pc:picChg>
        <pc:picChg chg="add del mod">
          <ac:chgData name="민재 황" userId="bf00b6b0cb0d191a" providerId="LiveId" clId="{374411F7-24C3-48E5-AFA8-97AF051099B7}" dt="2026-09-05T07:22:21.529" v="22193" actId="478"/>
          <ac:picMkLst>
            <pc:docMk/>
            <pc:sldMk cId="1562661916" sldId="448"/>
            <ac:picMk id="86" creationId="{1E76AC8D-DFAA-6BFA-02CF-8BC1012F9FDB}"/>
          </ac:picMkLst>
        </pc:picChg>
        <pc:cxnChg chg="add del mod">
          <ac:chgData name="민재 황" userId="bf00b6b0cb0d191a" providerId="LiveId" clId="{374411F7-24C3-48E5-AFA8-97AF051099B7}" dt="2026-09-05T06:15:32.842" v="21830" actId="478"/>
          <ac:cxnSpMkLst>
            <pc:docMk/>
            <pc:sldMk cId="1562661916" sldId="448"/>
            <ac:cxnSpMk id="37" creationId="{00392953-E267-DAD8-7CEE-5CB3F76F4A1A}"/>
          </ac:cxnSpMkLst>
        </pc:cxnChg>
        <pc:cxnChg chg="add del mod">
          <ac:chgData name="민재 황" userId="bf00b6b0cb0d191a" providerId="LiveId" clId="{374411F7-24C3-48E5-AFA8-97AF051099B7}" dt="2026-09-05T06:15:38.454" v="21834" actId="478"/>
          <ac:cxnSpMkLst>
            <pc:docMk/>
            <pc:sldMk cId="1562661916" sldId="448"/>
            <ac:cxnSpMk id="55" creationId="{B77B9930-F2CA-B066-D88D-1E2C498F7409}"/>
          </ac:cxnSpMkLst>
        </pc:cxnChg>
        <pc:cxnChg chg="add del mod">
          <ac:chgData name="민재 황" userId="bf00b6b0cb0d191a" providerId="LiveId" clId="{374411F7-24C3-48E5-AFA8-97AF051099B7}" dt="2026-09-05T06:15:39.054" v="21835" actId="478"/>
          <ac:cxnSpMkLst>
            <pc:docMk/>
            <pc:sldMk cId="1562661916" sldId="448"/>
            <ac:cxnSpMk id="57" creationId="{39549804-729B-EF84-E28E-CB1CBACF2279}"/>
          </ac:cxnSpMkLst>
        </pc:cxnChg>
      </pc:sldChg>
      <pc:sldMasterChg chg="delSldLayout modSldLayout">
        <pc:chgData name="민재 황" userId="bf00b6b0cb0d191a" providerId="LiveId" clId="{374411F7-24C3-48E5-AFA8-97AF051099B7}" dt="2026-08-30T14:54:32.226" v="21823" actId="47"/>
        <pc:sldMasterMkLst>
          <pc:docMk/>
          <pc:sldMasterMk cId="1892437442" sldId="2147483721"/>
        </pc:sldMasterMkLst>
        <pc:sldLayoutChg chg="modSp">
          <pc:chgData name="민재 황" userId="bf00b6b0cb0d191a" providerId="LiveId" clId="{374411F7-24C3-48E5-AFA8-97AF051099B7}" dt="2026-08-09T04:52:13.395" v="16964" actId="735"/>
          <pc:sldLayoutMkLst>
            <pc:docMk/>
            <pc:sldMasterMk cId="1892437442" sldId="2147483721"/>
            <pc:sldLayoutMk cId="3448195529" sldId="21474837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922D0E2-4618-4352-BF9E-5AC6AC626C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7F363F-FC89-4E84-A354-B783A047EF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366FA-3D67-433F-9121-A41775A95300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9B6D3E-BEF3-42E6-8DEB-D2A2EEC989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273049-7DF0-4674-9252-E7003B06CB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3F581-4AC2-4393-B798-BA5C6E28E8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163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9157E-4FEC-4F82-A1E5-C7183D9EA351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E2E7E-C776-4879-A6A6-E7DE0725AF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1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E2E7E-C776-4879-A6A6-E7DE0725AF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06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블루, 스크린샷, 아쿠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E5F0F3-1C59-2242-37DD-F893245A9B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duotone>
              <a:prstClr val="black"/>
              <a:srgbClr val="161D6F">
                <a:tint val="45000"/>
                <a:satMod val="400000"/>
              </a:srgbClr>
            </a:duotone>
          </a:blip>
          <a:srcRect t="74750" b="7875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A1A9399B-6BAD-4D4D-A330-284C960D0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876349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A1A9399B-6BAD-4D4D-A330-284C960D0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6BE2D9B-805E-9B90-F515-D8E0FB97807A}"/>
              </a:ext>
            </a:extLst>
          </p:cNvPr>
          <p:cNvCxnSpPr>
            <a:cxnSpLocks/>
          </p:cNvCxnSpPr>
          <p:nvPr userDrawn="1"/>
        </p:nvCxnSpPr>
        <p:spPr>
          <a:xfrm>
            <a:off x="263011" y="2553321"/>
            <a:ext cx="4546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ABB8FEA-D30E-29D1-1311-C4B1BA3DD4DF}"/>
              </a:ext>
            </a:extLst>
          </p:cNvPr>
          <p:cNvGrpSpPr/>
          <p:nvPr userDrawn="1"/>
        </p:nvGrpSpPr>
        <p:grpSpPr>
          <a:xfrm>
            <a:off x="250825" y="1421214"/>
            <a:ext cx="4880578" cy="1436286"/>
            <a:chOff x="381697" y="-928724"/>
            <a:chExt cx="4117974" cy="195725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9114D91-E3D9-8876-A5B7-41B2FE43ECF5}"/>
                </a:ext>
              </a:extLst>
            </p:cNvPr>
            <p:cNvSpPr txBox="1"/>
            <p:nvPr userDrawn="1"/>
          </p:nvSpPr>
          <p:spPr>
            <a:xfrm>
              <a:off x="381697" y="-928724"/>
              <a:ext cx="411797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3600" b="1" dirty="0">
                  <a:solidFill>
                    <a:schemeClr val="bg1"/>
                  </a:solidFill>
                  <a:latin typeface="Calibri" panose="020F0502020204030204" pitchFamily="34" charset="0"/>
                  <a:ea typeface="함초롬돋움" panose="020B0604000101010101" pitchFamily="50" charset="-127"/>
                  <a:cs typeface="Calibri" panose="020F0502020204030204" pitchFamily="34" charset="0"/>
                </a:rPr>
                <a:t>AGORA</a:t>
              </a:r>
            </a:p>
            <a:p>
              <a:pPr algn="l"/>
              <a:r>
                <a:rPr lang="en-US" altLang="ko-KR" sz="3600" b="1" dirty="0">
                  <a:solidFill>
                    <a:schemeClr val="bg1"/>
                  </a:solidFill>
                  <a:latin typeface="Calibri" panose="020F0502020204030204" pitchFamily="34" charset="0"/>
                  <a:ea typeface="함초롬돋움" panose="020B0604000101010101" pitchFamily="50" charset="-127"/>
                  <a:cs typeface="Calibri" panose="020F0502020204030204" pitchFamily="34" charset="0"/>
                </a:rPr>
                <a:t>Weekly Market Review</a:t>
              </a:r>
              <a:endParaRPr lang="ko-KR" alt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함초롬돋움" panose="020B0604000101010101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ACD497-8555-0A23-F3AC-4BB39C8D5905}"/>
                </a:ext>
              </a:extLst>
            </p:cNvPr>
            <p:cNvSpPr/>
            <p:nvPr userDrawn="1"/>
          </p:nvSpPr>
          <p:spPr>
            <a:xfrm>
              <a:off x="1184483" y="657284"/>
              <a:ext cx="3119120" cy="3712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bg1"/>
                  </a:solidFill>
                  <a:latin typeface="Credit Suisse"/>
                </a:rPr>
                <a:t>Week of 9/22~9/26</a:t>
              </a:r>
              <a:endParaRPr lang="ko-KR" altLang="en-US" sz="1600" dirty="0">
                <a:solidFill>
                  <a:schemeClr val="bg1"/>
                </a:solidFill>
                <a:latin typeface="Credit Suisse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E3B4AF4-71FC-8947-0227-983DE1E2CADA}"/>
              </a:ext>
            </a:extLst>
          </p:cNvPr>
          <p:cNvGrpSpPr/>
          <p:nvPr userDrawn="1"/>
        </p:nvGrpSpPr>
        <p:grpSpPr>
          <a:xfrm>
            <a:off x="250311" y="5125192"/>
            <a:ext cx="8642350" cy="162593"/>
            <a:chOff x="250311" y="5125192"/>
            <a:chExt cx="8642350" cy="16259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88FBF21-8A00-C7FE-DBFB-434280A7B974}"/>
                </a:ext>
              </a:extLst>
            </p:cNvPr>
            <p:cNvSpPr/>
            <p:nvPr userDrawn="1"/>
          </p:nvSpPr>
          <p:spPr>
            <a:xfrm>
              <a:off x="250311" y="5125192"/>
              <a:ext cx="1788039" cy="1625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altLang="ko-KR" sz="917" i="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WEEKLY MARKET REVIEW - AGORA</a:t>
              </a:r>
              <a:endParaRPr lang="ko-KR" altLang="en-US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Slide Number Placeholder 5">
              <a:extLst>
                <a:ext uri="{FF2B5EF4-FFF2-40B4-BE49-F238E27FC236}">
                  <a16:creationId xmlns:a16="http://schemas.microsoft.com/office/drawing/2014/main" id="{5DA5FD8A-1063-1A65-7102-96434002091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59061" y="5136638"/>
              <a:ext cx="2133600" cy="14157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spAutoFit/>
            </a:bodyPr>
            <a:lstStyle>
              <a:defPPr>
                <a:defRPr lang="ko-KR"/>
              </a:defPPr>
              <a:lvl1pPr marL="0" algn="r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defRPr sz="1000" kern="1200">
                  <a:solidFill>
                    <a:schemeClr val="tx1"/>
                  </a:solidFill>
                  <a:latin typeface="Arial" pitchFamily="34" charset="0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920" dirty="0">
                  <a:solidFill>
                    <a:srgbClr val="7F7F7F"/>
                  </a:solidFill>
                  <a:latin typeface="Credit Suisse"/>
                  <a:ea typeface="맑은 고딕" panose="020B0503020000020004" pitchFamily="50" charset="-127"/>
                </a:rPr>
                <a:t>The Young. The Visionary. AGORA</a:t>
              </a:r>
            </a:p>
          </p:txBody>
        </p:sp>
      </p:grpSp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5FF08B-2B95-9BAA-2368-8E724467E0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93" y="465139"/>
            <a:ext cx="1467268" cy="146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6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52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블루, 스크린샷, 아쿠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EF11EE-E0ED-1A81-939F-EC37648FF4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161D6F">
                <a:tint val="45000"/>
                <a:satMod val="400000"/>
              </a:srgbClr>
            </a:duotone>
          </a:blip>
          <a:srcRect t="74750" b="7875"/>
          <a:stretch>
            <a:fillRect/>
          </a:stretch>
        </p:blipFill>
        <p:spPr>
          <a:xfrm>
            <a:off x="0" y="0"/>
            <a:ext cx="9144000" cy="1059180"/>
          </a:xfrm>
          <a:prstGeom prst="rect">
            <a:avLst/>
          </a:prstGeom>
        </p:spPr>
      </p:pic>
      <p:graphicFrame>
        <p:nvGraphicFramePr>
          <p:cNvPr id="3" name="개체 2" hidden="1">
            <a:extLst>
              <a:ext uri="{FF2B5EF4-FFF2-40B4-BE49-F238E27FC236}">
                <a16:creationId xmlns:a16="http://schemas.microsoft.com/office/drawing/2014/main" id="{97EED1FA-76F5-4C85-98D5-3C8161CFB4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4010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개체 2" hidden="1">
                        <a:extLst>
                          <a:ext uri="{FF2B5EF4-FFF2-40B4-BE49-F238E27FC236}">
                            <a16:creationId xmlns:a16="http://schemas.microsoft.com/office/drawing/2014/main" id="{97EED1FA-76F5-4C85-98D5-3C8161CFB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1464E4F-2F52-4709-957E-C072AAE3F46C}"/>
              </a:ext>
            </a:extLst>
          </p:cNvPr>
          <p:cNvSpPr/>
          <p:nvPr userDrawn="1"/>
        </p:nvSpPr>
        <p:spPr>
          <a:xfrm>
            <a:off x="1452880" y="188048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bg1"/>
                </a:solidFill>
                <a:latin typeface="Credit Suisse"/>
                <a:ea typeface="함초롬돋움" panose="020B0604000101010101" pitchFamily="50" charset="-127"/>
              </a:rPr>
              <a:t>Weekly Market Review</a:t>
            </a:r>
            <a:endParaRPr lang="ko-KR" altLang="en-US" sz="2400" b="1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B836A9-B66C-4ED7-AEDA-BE61A000C066}"/>
              </a:ext>
            </a:extLst>
          </p:cNvPr>
          <p:cNvSpPr/>
          <p:nvPr userDrawn="1"/>
        </p:nvSpPr>
        <p:spPr>
          <a:xfrm>
            <a:off x="1452880" y="515999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Credit Suisse"/>
              </a:rPr>
              <a:t>Week of 9/22~9/26</a:t>
            </a:r>
            <a:endParaRPr lang="ko-KR" altLang="en-US" sz="1400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78FC337D-1980-405A-C7D6-915703DA789D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E9EC15B-415D-43E0-9134-1B4832235A0D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텍스트 개체 틀 2">
            <a:extLst>
              <a:ext uri="{FF2B5EF4-FFF2-40B4-BE49-F238E27FC236}">
                <a16:creationId xmlns:a16="http://schemas.microsoft.com/office/drawing/2014/main" id="{371F3C22-EE0F-0592-33F4-1CDFD2E94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308" y="1738321"/>
            <a:ext cx="1692000" cy="3155227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C851B51-1171-BC36-FD01-C12C81ADBCE4}"/>
              </a:ext>
            </a:extLst>
          </p:cNvPr>
          <p:cNvCxnSpPr>
            <a:cxnSpLocks/>
          </p:cNvCxnSpPr>
          <p:nvPr userDrawn="1"/>
        </p:nvCxnSpPr>
        <p:spPr>
          <a:xfrm>
            <a:off x="250307" y="1723707"/>
            <a:ext cx="16920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7DC265-2D0D-999B-73DD-BC9C7EF54FD5}"/>
              </a:ext>
            </a:extLst>
          </p:cNvPr>
          <p:cNvSpPr txBox="1"/>
          <p:nvPr userDrawn="1"/>
        </p:nvSpPr>
        <p:spPr>
          <a:xfrm>
            <a:off x="155367" y="1136655"/>
            <a:ext cx="8642349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ko-KR" altLang="en-US" sz="1667" b="1" dirty="0"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23" name="텍스트 개체 틀 30">
            <a:extLst>
              <a:ext uri="{FF2B5EF4-FFF2-40B4-BE49-F238E27FC236}">
                <a16:creationId xmlns:a16="http://schemas.microsoft.com/office/drawing/2014/main" id="{8681B9BD-A57C-CB34-12BF-60AA0B9598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93170" y="1483764"/>
            <a:ext cx="16920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Currency</a:t>
            </a:r>
            <a:endParaRPr lang="ko-KR" altLang="en-US" dirty="0"/>
          </a:p>
        </p:txBody>
      </p:sp>
      <p:sp>
        <p:nvSpPr>
          <p:cNvPr id="24" name="텍스트 개체 틀 30">
            <a:extLst>
              <a:ext uri="{FF2B5EF4-FFF2-40B4-BE49-F238E27FC236}">
                <a16:creationId xmlns:a16="http://schemas.microsoft.com/office/drawing/2014/main" id="{244BF956-7FFF-7519-69E2-F9CB1A796B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36034" y="1479796"/>
            <a:ext cx="16920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Commodity</a:t>
            </a:r>
            <a:endParaRPr lang="ko-KR" altLang="en-US" dirty="0"/>
          </a:p>
        </p:txBody>
      </p:sp>
      <p:sp>
        <p:nvSpPr>
          <p:cNvPr id="25" name="텍스트 개체 틀 30">
            <a:extLst>
              <a:ext uri="{FF2B5EF4-FFF2-40B4-BE49-F238E27FC236}">
                <a16:creationId xmlns:a16="http://schemas.microsoft.com/office/drawing/2014/main" id="{D4A9CA41-D8F5-2437-E341-CF7EFF1D1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83659" y="1481384"/>
            <a:ext cx="16920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Equity</a:t>
            </a:r>
            <a:endParaRPr lang="ko-KR" altLang="en-US" dirty="0"/>
          </a:p>
        </p:txBody>
      </p:sp>
      <p:sp>
        <p:nvSpPr>
          <p:cNvPr id="26" name="텍스트 개체 틀 30">
            <a:extLst>
              <a:ext uri="{FF2B5EF4-FFF2-40B4-BE49-F238E27FC236}">
                <a16:creationId xmlns:a16="http://schemas.microsoft.com/office/drawing/2014/main" id="{AD1BC06E-1623-159A-2D4E-5A03AE3155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22609" y="1479364"/>
            <a:ext cx="16920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Investment Banking</a:t>
            </a:r>
            <a:endParaRPr lang="ko-KR" altLang="en-US" dirty="0"/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2E1B3141-697F-9654-7A1D-0DBB055244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93170" y="1738321"/>
            <a:ext cx="1692000" cy="3155227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D25B1AE-4B51-6200-BB61-DB8993A0A8B1}"/>
              </a:ext>
            </a:extLst>
          </p:cNvPr>
          <p:cNvCxnSpPr>
            <a:cxnSpLocks/>
          </p:cNvCxnSpPr>
          <p:nvPr userDrawn="1"/>
        </p:nvCxnSpPr>
        <p:spPr>
          <a:xfrm>
            <a:off x="1982788" y="1723707"/>
            <a:ext cx="16920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6C08A38B-EA73-CDE0-B8CC-889B542AE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6032" y="1735940"/>
            <a:ext cx="1692000" cy="3155227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BB087F5-C1C7-533F-B49E-9825D54A0C38}"/>
              </a:ext>
            </a:extLst>
          </p:cNvPr>
          <p:cNvCxnSpPr>
            <a:cxnSpLocks/>
          </p:cNvCxnSpPr>
          <p:nvPr userDrawn="1"/>
        </p:nvCxnSpPr>
        <p:spPr>
          <a:xfrm>
            <a:off x="3725483" y="1723707"/>
            <a:ext cx="16920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C7B738ED-E3D8-B37C-BCEC-E72FDC0C9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83659" y="1728796"/>
            <a:ext cx="1692000" cy="3155227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165CA3D-FAE1-1027-F061-1BA18571B7ED}"/>
              </a:ext>
            </a:extLst>
          </p:cNvPr>
          <p:cNvCxnSpPr>
            <a:cxnSpLocks/>
          </p:cNvCxnSpPr>
          <p:nvPr userDrawn="1"/>
        </p:nvCxnSpPr>
        <p:spPr>
          <a:xfrm>
            <a:off x="5483659" y="1723707"/>
            <a:ext cx="16920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654EE306-31D8-1804-FE4D-7FAAC50FB8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21756" y="1728182"/>
            <a:ext cx="1692000" cy="3155227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E52E33F-F2BE-218B-33C2-2B7B2972CD1B}"/>
              </a:ext>
            </a:extLst>
          </p:cNvPr>
          <p:cNvCxnSpPr>
            <a:cxnSpLocks/>
          </p:cNvCxnSpPr>
          <p:nvPr userDrawn="1"/>
        </p:nvCxnSpPr>
        <p:spPr>
          <a:xfrm>
            <a:off x="7221756" y="1719738"/>
            <a:ext cx="16920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E1F353-14E1-EF15-DCB4-FCDB35860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250307" y="147762"/>
            <a:ext cx="1136514" cy="757249"/>
          </a:xfrm>
          <a:prstGeom prst="rect">
            <a:avLst/>
          </a:prstGeom>
        </p:spPr>
      </p:pic>
      <p:sp>
        <p:nvSpPr>
          <p:cNvPr id="11" name="텍스트 개체 틀 30">
            <a:extLst>
              <a:ext uri="{FF2B5EF4-FFF2-40B4-BE49-F238E27FC236}">
                <a16:creationId xmlns:a16="http://schemas.microsoft.com/office/drawing/2014/main" id="{3F6E195C-140B-3A3D-EE7A-F2C73DAD90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307" y="1483801"/>
            <a:ext cx="16920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Fixed Income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191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8" userDrawn="1">
          <p15:clr>
            <a:srgbClr val="FBAE40"/>
          </p15:clr>
        </p15:guide>
        <p15:guide id="2" pos="158" userDrawn="1">
          <p15:clr>
            <a:srgbClr val="FBAE40"/>
          </p15:clr>
        </p15:guide>
        <p15:guide id="3" pos="5624" userDrawn="1">
          <p15:clr>
            <a:srgbClr val="FBAE40"/>
          </p15:clr>
        </p15:guide>
        <p15:guide id="4" pos="1247" userDrawn="1">
          <p15:clr>
            <a:srgbClr val="FBAE40"/>
          </p15:clr>
        </p15:guide>
        <p15:guide id="5" pos="2358" userDrawn="1">
          <p15:clr>
            <a:srgbClr val="FBAE40"/>
          </p15:clr>
        </p15:guide>
        <p15:guide id="6" pos="3424" userDrawn="1">
          <p15:clr>
            <a:srgbClr val="FBAE40"/>
          </p15:clr>
        </p15:guide>
        <p15:guide id="7" pos="4536" userDrawn="1">
          <p15:clr>
            <a:srgbClr val="FBAE40"/>
          </p15:clr>
        </p15:guide>
        <p15:guide id="8" orient="horz" pos="18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블루, 스크린샷, 아쿠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EF11EE-E0ED-1A81-939F-EC37648FF4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161D6F">
                <a:tint val="45000"/>
                <a:satMod val="400000"/>
              </a:srgbClr>
            </a:duotone>
          </a:blip>
          <a:srcRect t="74750" b="7875"/>
          <a:stretch>
            <a:fillRect/>
          </a:stretch>
        </p:blipFill>
        <p:spPr>
          <a:xfrm>
            <a:off x="0" y="0"/>
            <a:ext cx="9144000" cy="1059180"/>
          </a:xfrm>
          <a:prstGeom prst="rect">
            <a:avLst/>
          </a:prstGeom>
        </p:spPr>
      </p:pic>
      <p:graphicFrame>
        <p:nvGraphicFramePr>
          <p:cNvPr id="3" name="개체 2" hidden="1">
            <a:extLst>
              <a:ext uri="{FF2B5EF4-FFF2-40B4-BE49-F238E27FC236}">
                <a16:creationId xmlns:a16="http://schemas.microsoft.com/office/drawing/2014/main" id="{97EED1FA-76F5-4C85-98D5-3C8161CFB4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4010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개체 2" hidden="1">
                        <a:extLst>
                          <a:ext uri="{FF2B5EF4-FFF2-40B4-BE49-F238E27FC236}">
                            <a16:creationId xmlns:a16="http://schemas.microsoft.com/office/drawing/2014/main" id="{97EED1FA-76F5-4C85-98D5-3C8161CFB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1464E4F-2F52-4709-957E-C072AAE3F46C}"/>
              </a:ext>
            </a:extLst>
          </p:cNvPr>
          <p:cNvSpPr/>
          <p:nvPr userDrawn="1"/>
        </p:nvSpPr>
        <p:spPr>
          <a:xfrm>
            <a:off x="1452880" y="188048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bg1"/>
                </a:solidFill>
                <a:latin typeface="Credit Suisse"/>
                <a:ea typeface="함초롬돋움" panose="020B0604000101010101" pitchFamily="50" charset="-127"/>
              </a:rPr>
              <a:t>Weekly Market Review</a:t>
            </a:r>
            <a:endParaRPr lang="ko-KR" altLang="en-US" sz="2400" b="1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B836A9-B66C-4ED7-AEDA-BE61A000C066}"/>
              </a:ext>
            </a:extLst>
          </p:cNvPr>
          <p:cNvSpPr/>
          <p:nvPr userDrawn="1"/>
        </p:nvSpPr>
        <p:spPr>
          <a:xfrm>
            <a:off x="1452880" y="515999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Credit Suisse"/>
              </a:rPr>
              <a:t>Week of 9/8~9/12</a:t>
            </a:r>
            <a:endParaRPr lang="ko-KR" altLang="en-US" sz="1400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78FC337D-1980-405A-C7D6-915703DA789D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E9EC15B-415D-43E0-9134-1B4832235A0D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텍스트 개체 틀 2">
            <a:extLst>
              <a:ext uri="{FF2B5EF4-FFF2-40B4-BE49-F238E27FC236}">
                <a16:creationId xmlns:a16="http://schemas.microsoft.com/office/drawing/2014/main" id="{371F3C22-EE0F-0592-33F4-1CDFD2E94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309" y="1738322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56" name="텍스트 개체 틀 30">
            <a:extLst>
              <a:ext uri="{FF2B5EF4-FFF2-40B4-BE49-F238E27FC236}">
                <a16:creationId xmlns:a16="http://schemas.microsoft.com/office/drawing/2014/main" id="{C68074B0-69E1-D689-66E2-DD6CA21972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310" y="1485533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Commodity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C851B51-1171-BC36-FD01-C12C81ADBCE4}"/>
              </a:ext>
            </a:extLst>
          </p:cNvPr>
          <p:cNvCxnSpPr>
            <a:cxnSpLocks/>
          </p:cNvCxnSpPr>
          <p:nvPr userDrawn="1"/>
        </p:nvCxnSpPr>
        <p:spPr>
          <a:xfrm>
            <a:off x="250589" y="1723707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1076F87E-1E79-3E2F-0C0E-7730E4E74A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309" y="2967355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61" name="텍스트 개체 틀 30">
            <a:extLst>
              <a:ext uri="{FF2B5EF4-FFF2-40B4-BE49-F238E27FC236}">
                <a16:creationId xmlns:a16="http://schemas.microsoft.com/office/drawing/2014/main" id="{9FC4DF00-7767-0C0F-8D4B-07FAA73DD9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310" y="2714566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Currency</a:t>
            </a:r>
            <a:endParaRPr lang="ko-KR" altLang="en-US" dirty="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BF0996E-82B8-569B-0912-D547A1276A68}"/>
              </a:ext>
            </a:extLst>
          </p:cNvPr>
          <p:cNvCxnSpPr>
            <a:cxnSpLocks/>
          </p:cNvCxnSpPr>
          <p:nvPr userDrawn="1"/>
        </p:nvCxnSpPr>
        <p:spPr>
          <a:xfrm>
            <a:off x="250589" y="2952740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014D91B5-923B-41FC-1745-D74FF9873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309" y="4189720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64" name="텍스트 개체 틀 30">
            <a:extLst>
              <a:ext uri="{FF2B5EF4-FFF2-40B4-BE49-F238E27FC236}">
                <a16:creationId xmlns:a16="http://schemas.microsoft.com/office/drawing/2014/main" id="{C506C5A5-E83D-6078-21F8-50FA7EF222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310" y="3936931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Fixed Income</a:t>
            </a:r>
            <a:endParaRPr lang="ko-KR" altLang="en-US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34C5124-F1E2-6E19-0C73-D242CA430B95}"/>
              </a:ext>
            </a:extLst>
          </p:cNvPr>
          <p:cNvCxnSpPr>
            <a:cxnSpLocks/>
          </p:cNvCxnSpPr>
          <p:nvPr userDrawn="1"/>
        </p:nvCxnSpPr>
        <p:spPr>
          <a:xfrm>
            <a:off x="250589" y="4175105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7DC265-2D0D-999B-73DD-BC9C7EF54FD5}"/>
              </a:ext>
            </a:extLst>
          </p:cNvPr>
          <p:cNvSpPr txBox="1"/>
          <p:nvPr userDrawn="1"/>
        </p:nvSpPr>
        <p:spPr>
          <a:xfrm>
            <a:off x="155371" y="1136655"/>
            <a:ext cx="8642349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ko-KR" altLang="en-US" sz="1667" b="1" dirty="0"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6" name="그림 5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BB557-939D-6503-C0E5-86D68710ECA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250307" y="147762"/>
            <a:ext cx="1136514" cy="7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6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블루, 스크린샷, 아쿠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EF11EE-E0ED-1A81-939F-EC37648FF4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161D6F">
                <a:tint val="45000"/>
                <a:satMod val="400000"/>
              </a:srgbClr>
            </a:duotone>
          </a:blip>
          <a:srcRect t="74750" b="7875"/>
          <a:stretch>
            <a:fillRect/>
          </a:stretch>
        </p:blipFill>
        <p:spPr>
          <a:xfrm>
            <a:off x="0" y="0"/>
            <a:ext cx="9144000" cy="1059180"/>
          </a:xfrm>
          <a:prstGeom prst="rect">
            <a:avLst/>
          </a:prstGeom>
        </p:spPr>
      </p:pic>
      <p:graphicFrame>
        <p:nvGraphicFramePr>
          <p:cNvPr id="3" name="개체 2" hidden="1">
            <a:extLst>
              <a:ext uri="{FF2B5EF4-FFF2-40B4-BE49-F238E27FC236}">
                <a16:creationId xmlns:a16="http://schemas.microsoft.com/office/drawing/2014/main" id="{97EED1FA-76F5-4C85-98D5-3C8161CFB4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4010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개체 2" hidden="1">
                        <a:extLst>
                          <a:ext uri="{FF2B5EF4-FFF2-40B4-BE49-F238E27FC236}">
                            <a16:creationId xmlns:a16="http://schemas.microsoft.com/office/drawing/2014/main" id="{97EED1FA-76F5-4C85-98D5-3C8161CFB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1464E4F-2F52-4709-957E-C072AAE3F46C}"/>
              </a:ext>
            </a:extLst>
          </p:cNvPr>
          <p:cNvSpPr/>
          <p:nvPr userDrawn="1"/>
        </p:nvSpPr>
        <p:spPr>
          <a:xfrm>
            <a:off x="1452880" y="188048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bg1"/>
                </a:solidFill>
                <a:latin typeface="Credit Suisse"/>
                <a:ea typeface="함초롬돋움" panose="020B0604000101010101" pitchFamily="50" charset="-127"/>
              </a:rPr>
              <a:t>Weekly Market Review</a:t>
            </a:r>
            <a:endParaRPr lang="ko-KR" altLang="en-US" sz="2400" b="1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B836A9-B66C-4ED7-AEDA-BE61A000C066}"/>
              </a:ext>
            </a:extLst>
          </p:cNvPr>
          <p:cNvSpPr/>
          <p:nvPr userDrawn="1"/>
        </p:nvSpPr>
        <p:spPr>
          <a:xfrm>
            <a:off x="1452880" y="515999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Credit Suisse"/>
              </a:rPr>
              <a:t>Week of 9/8~9/12</a:t>
            </a:r>
            <a:endParaRPr lang="ko-KR" altLang="en-US" sz="1400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78FC337D-1980-405A-C7D6-915703DA789D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E9EC15B-415D-43E0-9134-1B4832235A0D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텍스트 개체 틀 2">
            <a:extLst>
              <a:ext uri="{FF2B5EF4-FFF2-40B4-BE49-F238E27FC236}">
                <a16:creationId xmlns:a16="http://schemas.microsoft.com/office/drawing/2014/main" id="{371F3C22-EE0F-0592-33F4-1CDFD2E94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309" y="1738322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56" name="텍스트 개체 틀 30">
            <a:extLst>
              <a:ext uri="{FF2B5EF4-FFF2-40B4-BE49-F238E27FC236}">
                <a16:creationId xmlns:a16="http://schemas.microsoft.com/office/drawing/2014/main" id="{C68074B0-69E1-D689-66E2-DD6CA21972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310" y="1485533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Fixed Income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C851B51-1171-BC36-FD01-C12C81ADBCE4}"/>
              </a:ext>
            </a:extLst>
          </p:cNvPr>
          <p:cNvCxnSpPr>
            <a:cxnSpLocks/>
          </p:cNvCxnSpPr>
          <p:nvPr userDrawn="1"/>
        </p:nvCxnSpPr>
        <p:spPr>
          <a:xfrm>
            <a:off x="250589" y="1723707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1076F87E-1E79-3E2F-0C0E-7730E4E74A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309" y="2967355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61" name="텍스트 개체 틀 30">
            <a:extLst>
              <a:ext uri="{FF2B5EF4-FFF2-40B4-BE49-F238E27FC236}">
                <a16:creationId xmlns:a16="http://schemas.microsoft.com/office/drawing/2014/main" id="{9FC4DF00-7767-0C0F-8D4B-07FAA73DD9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0310" y="2714566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Currency</a:t>
            </a:r>
            <a:endParaRPr lang="ko-KR" altLang="en-US" dirty="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BF0996E-82B8-569B-0912-D547A1276A68}"/>
              </a:ext>
            </a:extLst>
          </p:cNvPr>
          <p:cNvCxnSpPr>
            <a:cxnSpLocks/>
          </p:cNvCxnSpPr>
          <p:nvPr userDrawn="1"/>
        </p:nvCxnSpPr>
        <p:spPr>
          <a:xfrm>
            <a:off x="250589" y="2952740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014D91B5-923B-41FC-1745-D74FF9873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0309" y="4189720"/>
            <a:ext cx="8631350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64" name="텍스트 개체 틀 30">
            <a:extLst>
              <a:ext uri="{FF2B5EF4-FFF2-40B4-BE49-F238E27FC236}">
                <a16:creationId xmlns:a16="http://schemas.microsoft.com/office/drawing/2014/main" id="{C506C5A5-E83D-6078-21F8-50FA7EF222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310" y="3936931"/>
            <a:ext cx="863134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Commodity</a:t>
            </a:r>
            <a:endParaRPr lang="ko-KR" altLang="en-US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34C5124-F1E2-6E19-0C73-D242CA430B95}"/>
              </a:ext>
            </a:extLst>
          </p:cNvPr>
          <p:cNvCxnSpPr>
            <a:cxnSpLocks/>
          </p:cNvCxnSpPr>
          <p:nvPr userDrawn="1"/>
        </p:nvCxnSpPr>
        <p:spPr>
          <a:xfrm>
            <a:off x="250589" y="4175105"/>
            <a:ext cx="8631074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7DC265-2D0D-999B-73DD-BC9C7EF54FD5}"/>
              </a:ext>
            </a:extLst>
          </p:cNvPr>
          <p:cNvSpPr txBox="1"/>
          <p:nvPr userDrawn="1"/>
        </p:nvSpPr>
        <p:spPr>
          <a:xfrm>
            <a:off x="155374" y="1136655"/>
            <a:ext cx="8642349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ko-KR" altLang="en-US" sz="1667" b="1" dirty="0"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pic>
        <p:nvPicPr>
          <p:cNvPr id="2" name="그림 1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92B4E-B31C-CA6B-F57F-0F447F3449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250307" y="147762"/>
            <a:ext cx="1136514" cy="7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3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블루, 스크린샷, 아쿠아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EF11EE-E0ED-1A81-939F-EC37648FF4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161D6F">
                <a:tint val="45000"/>
                <a:satMod val="400000"/>
              </a:srgbClr>
            </a:duotone>
          </a:blip>
          <a:srcRect t="74750" b="7875"/>
          <a:stretch>
            <a:fillRect/>
          </a:stretch>
        </p:blipFill>
        <p:spPr>
          <a:xfrm>
            <a:off x="0" y="0"/>
            <a:ext cx="9144000" cy="1059180"/>
          </a:xfrm>
          <a:prstGeom prst="rect">
            <a:avLst/>
          </a:prstGeom>
        </p:spPr>
      </p:pic>
      <p:graphicFrame>
        <p:nvGraphicFramePr>
          <p:cNvPr id="3" name="개체 2" hidden="1">
            <a:extLst>
              <a:ext uri="{FF2B5EF4-FFF2-40B4-BE49-F238E27FC236}">
                <a16:creationId xmlns:a16="http://schemas.microsoft.com/office/drawing/2014/main" id="{97EED1FA-76F5-4C85-98D5-3C8161CFB4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4010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개체 2" hidden="1">
                        <a:extLst>
                          <a:ext uri="{FF2B5EF4-FFF2-40B4-BE49-F238E27FC236}">
                            <a16:creationId xmlns:a16="http://schemas.microsoft.com/office/drawing/2014/main" id="{97EED1FA-76F5-4C85-98D5-3C8161CFB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1464E4F-2F52-4709-957E-C072AAE3F46C}"/>
              </a:ext>
            </a:extLst>
          </p:cNvPr>
          <p:cNvSpPr/>
          <p:nvPr userDrawn="1"/>
        </p:nvSpPr>
        <p:spPr>
          <a:xfrm>
            <a:off x="1452880" y="188048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bg1"/>
                </a:solidFill>
                <a:latin typeface="Credit Suisse"/>
                <a:ea typeface="함초롬돋움" panose="020B0604000101010101" pitchFamily="50" charset="-127"/>
              </a:rPr>
              <a:t>Weekly Market Review</a:t>
            </a:r>
            <a:endParaRPr lang="ko-KR" altLang="en-US" sz="2400" b="1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B836A9-B66C-4ED7-AEDA-BE61A000C066}"/>
              </a:ext>
            </a:extLst>
          </p:cNvPr>
          <p:cNvSpPr/>
          <p:nvPr userDrawn="1"/>
        </p:nvSpPr>
        <p:spPr>
          <a:xfrm>
            <a:off x="1452880" y="515999"/>
            <a:ext cx="3119120" cy="371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Credit Suisse"/>
              </a:rPr>
              <a:t>Week of 9/8~9/12</a:t>
            </a:r>
            <a:endParaRPr lang="ko-KR" altLang="en-US" sz="1400" dirty="0">
              <a:solidFill>
                <a:schemeClr val="bg1"/>
              </a:solidFill>
              <a:latin typeface="Credit Suisse"/>
            </a:endParaRP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78FC337D-1980-405A-C7D6-915703DA789D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E9EC15B-415D-43E0-9134-1B4832235A0D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7DC265-2D0D-999B-73DD-BC9C7EF54FD5}"/>
              </a:ext>
            </a:extLst>
          </p:cNvPr>
          <p:cNvSpPr txBox="1"/>
          <p:nvPr userDrawn="1"/>
        </p:nvSpPr>
        <p:spPr>
          <a:xfrm>
            <a:off x="155369" y="1136655"/>
            <a:ext cx="8642349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67" b="1" dirty="0">
                <a:latin typeface="Calibri" panose="020F0502020204030204" pitchFamily="34" charset="0"/>
                <a:ea typeface="함초롬돋움" panose="020B0604000101010101" pitchFamily="50" charset="-127"/>
                <a:cs typeface="Calibri" panose="020F0502020204030204" pitchFamily="34" charset="0"/>
              </a:rPr>
              <a:t>Key Takeaways</a:t>
            </a:r>
            <a:endParaRPr lang="ko-KR" altLang="en-US" sz="1667" b="1" dirty="0"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6C304A8-55CC-3257-4A6F-15C5E2BA7357}"/>
              </a:ext>
            </a:extLst>
          </p:cNvPr>
          <p:cNvCxnSpPr>
            <a:cxnSpLocks/>
          </p:cNvCxnSpPr>
          <p:nvPr userDrawn="1"/>
        </p:nvCxnSpPr>
        <p:spPr>
          <a:xfrm>
            <a:off x="261584" y="1433669"/>
            <a:ext cx="870241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0E43E3F-C1EA-635D-1481-FFF756CA62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418" y="1563008"/>
            <a:ext cx="8631350" cy="2073585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(FI)</a:t>
            </a:r>
          </a:p>
          <a:p>
            <a:pPr lvl="0"/>
            <a:r>
              <a:rPr lang="en-US" altLang="ko-KR" dirty="0"/>
              <a:t>(Currency)</a:t>
            </a:r>
          </a:p>
          <a:p>
            <a:pPr lvl="0"/>
            <a:r>
              <a:rPr lang="en-US" altLang="ko-KR" dirty="0"/>
              <a:t>(Commodity)</a:t>
            </a:r>
          </a:p>
          <a:p>
            <a:pPr lvl="0"/>
            <a:r>
              <a:rPr lang="en-US" altLang="ko-KR" dirty="0"/>
              <a:t>(Equity Mkt.)</a:t>
            </a:r>
          </a:p>
          <a:p>
            <a:pPr lvl="0"/>
            <a:r>
              <a:rPr lang="en-US" altLang="ko-KR" dirty="0"/>
              <a:t>(</a:t>
            </a:r>
            <a:r>
              <a:rPr lang="en-US" altLang="ko-KR" dirty="0" err="1"/>
              <a:t>Invt</a:t>
            </a:r>
            <a:r>
              <a:rPr lang="en-US" altLang="ko-KR" dirty="0"/>
              <a:t>’ Banking)</a:t>
            </a:r>
          </a:p>
          <a:p>
            <a:pPr lvl="0"/>
            <a:r>
              <a:rPr lang="en-US" altLang="ko-KR" dirty="0" err="1"/>
              <a:t>adf</a:t>
            </a:r>
            <a:endParaRPr lang="ko-KR" altLang="en-US" dirty="0"/>
          </a:p>
        </p:txBody>
      </p:sp>
      <p:pic>
        <p:nvPicPr>
          <p:cNvPr id="2" name="그림 1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9A58AF-A0C2-7CBD-F7FD-BAA4FE958F5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250307" y="147762"/>
            <a:ext cx="1136514" cy="7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4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3" userDrawn="1">
          <p15:clr>
            <a:srgbClr val="FBAE40"/>
          </p15:clr>
        </p15:guide>
        <p15:guide id="2" pos="15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bg>
      <p:bgPr>
        <a:solidFill>
          <a:srgbClr val="2D2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A1A9399B-6BAD-4D4D-A330-284C960D0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876349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3" imgH="503" progId="TCLayout.ActiveDocument.1">
                  <p:embed/>
                </p:oleObj>
              </mc:Choice>
              <mc:Fallback>
                <p:oleObj name="think-cell Slide" r:id="rId3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A1A9399B-6BAD-4D4D-A330-284C960D0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9395F-B679-515C-DD49-A6017B250D42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26CAD0-6085-76BD-F300-4B01BC8D9A9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14D91-E3D9-8876-A5B7-41B2FE43ECF5}"/>
              </a:ext>
            </a:extLst>
          </p:cNvPr>
          <p:cNvSpPr txBox="1"/>
          <p:nvPr userDrawn="1"/>
        </p:nvSpPr>
        <p:spPr>
          <a:xfrm>
            <a:off x="250311" y="153000"/>
            <a:ext cx="8642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lang="ko-KR" altLang="en-US" sz="2000" b="1" dirty="0">
              <a:solidFill>
                <a:schemeClr val="bg1"/>
              </a:solidFill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6DF5F71-9F82-EAFC-9BB1-D81A468F470B}"/>
              </a:ext>
            </a:extLst>
          </p:cNvPr>
          <p:cNvGrpSpPr/>
          <p:nvPr userDrawn="1"/>
        </p:nvGrpSpPr>
        <p:grpSpPr>
          <a:xfrm>
            <a:off x="271425" y="958523"/>
            <a:ext cx="4209571" cy="2414121"/>
            <a:chOff x="271425" y="958523"/>
            <a:chExt cx="4209571" cy="24141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ADA05AC-173B-F1FC-2A7A-2CE3CAAACD81}"/>
                </a:ext>
              </a:extLst>
            </p:cNvPr>
            <p:cNvSpPr/>
            <p:nvPr/>
          </p:nvSpPr>
          <p:spPr>
            <a:xfrm>
              <a:off x="276195" y="1705437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1" u="sng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2. FICC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sz="1200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Fixed Income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sz="1200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Currency</a:t>
              </a:r>
            </a:p>
            <a:p>
              <a:pPr marL="285750" indent="-285750">
                <a:buFontTx/>
                <a:buChar char="-"/>
              </a:pPr>
              <a:r>
                <a:rPr lang="en-US" altLang="ko-KR" sz="1200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Commodity</a:t>
              </a:r>
              <a:endParaRPr lang="en-US" altLang="ko-KR" sz="1667" b="0" u="none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86A1434-07C5-F33D-9C84-C5D7C767A0F3}"/>
                </a:ext>
              </a:extLst>
            </p:cNvPr>
            <p:cNvGrpSpPr/>
            <p:nvPr userDrawn="1"/>
          </p:nvGrpSpPr>
          <p:grpSpPr>
            <a:xfrm>
              <a:off x="271425" y="2426160"/>
              <a:ext cx="4202419" cy="946484"/>
              <a:chOff x="278577" y="1907388"/>
              <a:chExt cx="4202419" cy="946484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5E9A577-61E2-89D3-EE7E-C8759278CEAC}"/>
                  </a:ext>
                </a:extLst>
              </p:cNvPr>
              <p:cNvSpPr/>
              <p:nvPr/>
            </p:nvSpPr>
            <p:spPr>
              <a:xfrm>
                <a:off x="278577" y="1907388"/>
                <a:ext cx="4202419" cy="473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67" b="0" u="none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3. Equity Market </a:t>
                </a:r>
                <a:endParaRPr lang="ko-KR" altLang="en-US" sz="1667" b="0" u="none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3690595-6924-5336-56AC-5977DD93227F}"/>
                  </a:ext>
                </a:extLst>
              </p:cNvPr>
              <p:cNvSpPr/>
              <p:nvPr/>
            </p:nvSpPr>
            <p:spPr>
              <a:xfrm>
                <a:off x="278577" y="2380630"/>
                <a:ext cx="4202419" cy="4732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67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4. Investment Banking</a:t>
                </a:r>
                <a:endParaRPr lang="ko-KR" altLang="en-US" sz="1667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F987F9-DA4A-56F4-9493-AD54D953815B}"/>
                </a:ext>
              </a:extLst>
            </p:cNvPr>
            <p:cNvSpPr/>
            <p:nvPr/>
          </p:nvSpPr>
          <p:spPr>
            <a:xfrm>
              <a:off x="278577" y="958523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1. Macro Indicators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그림 11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5F2C2F-6233-F191-6E69-B23C4E05E0A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7854846" y="153000"/>
            <a:ext cx="965304" cy="64317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21E3478-64BE-71F9-81A2-90EED8D794ED}"/>
              </a:ext>
            </a:extLst>
          </p:cNvPr>
          <p:cNvSpPr/>
          <p:nvPr userDrawn="1"/>
        </p:nvSpPr>
        <p:spPr>
          <a:xfrm>
            <a:off x="271425" y="3383400"/>
            <a:ext cx="4241036" cy="47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67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 Members</a:t>
            </a:r>
            <a:endParaRPr lang="ko-KR" altLang="en-US" sz="1667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075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0" userDrawn="1">
          <p15:clr>
            <a:srgbClr val="FBAE40"/>
          </p15:clr>
        </p15:guide>
        <p15:guide id="2" pos="5556" userDrawn="1">
          <p15:clr>
            <a:srgbClr val="FBAE40"/>
          </p15:clr>
        </p15:guide>
        <p15:guide id="3" pos="22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목차">
    <p:bg>
      <p:bgPr>
        <a:solidFill>
          <a:srgbClr val="2D2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A1A9399B-6BAD-4D4D-A330-284C960D0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876349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3" imgH="503" progId="TCLayout.ActiveDocument.1">
                  <p:embed/>
                </p:oleObj>
              </mc:Choice>
              <mc:Fallback>
                <p:oleObj name="think-cell Slide" r:id="rId3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A1A9399B-6BAD-4D4D-A330-284C960D0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9395F-B679-515C-DD49-A6017B250D42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26CAD0-6085-76BD-F300-4B01BC8D9A9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14D91-E3D9-8876-A5B7-41B2FE43ECF5}"/>
              </a:ext>
            </a:extLst>
          </p:cNvPr>
          <p:cNvSpPr txBox="1"/>
          <p:nvPr userDrawn="1"/>
        </p:nvSpPr>
        <p:spPr>
          <a:xfrm>
            <a:off x="250311" y="153000"/>
            <a:ext cx="8642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lang="ko-KR" altLang="en-US" sz="2000" b="1" dirty="0">
              <a:solidFill>
                <a:schemeClr val="bg1"/>
              </a:solidFill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2251F0-7D33-86AB-84F8-BD0C48B24894}"/>
              </a:ext>
            </a:extLst>
          </p:cNvPr>
          <p:cNvGrpSpPr/>
          <p:nvPr userDrawn="1"/>
        </p:nvGrpSpPr>
        <p:grpSpPr>
          <a:xfrm>
            <a:off x="278577" y="960904"/>
            <a:ext cx="4202420" cy="1892968"/>
            <a:chOff x="278577" y="960904"/>
            <a:chExt cx="4202420" cy="189296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ADA05AC-173B-F1FC-2A7A-2CE3CAAACD81}"/>
                </a:ext>
              </a:extLst>
            </p:cNvPr>
            <p:cNvSpPr/>
            <p:nvPr/>
          </p:nvSpPr>
          <p:spPr>
            <a:xfrm>
              <a:off x="278578" y="1434146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r>
                <a:rPr lang="en-US" altLang="ko-KR" sz="1667" b="0" u="none" dirty="0" err="1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FICC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E9A577-61E2-89D3-EE7E-C8759278CEAC}"/>
                </a:ext>
              </a:extLst>
            </p:cNvPr>
            <p:cNvSpPr/>
            <p:nvPr/>
          </p:nvSpPr>
          <p:spPr>
            <a:xfrm>
              <a:off x="278577" y="1907388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1" u="sng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3. Equity Market </a:t>
              </a:r>
              <a:endParaRPr lang="ko-KR" altLang="en-US" sz="1667" b="1" u="sng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3690595-6924-5336-56AC-5977DD93227F}"/>
                </a:ext>
              </a:extLst>
            </p:cNvPr>
            <p:cNvSpPr/>
            <p:nvPr/>
          </p:nvSpPr>
          <p:spPr>
            <a:xfrm>
              <a:off x="278577" y="2380630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4. Investment Banking</a:t>
              </a:r>
              <a:endParaRPr lang="ko-KR" altLang="en-US" sz="1667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F987F9-DA4A-56F4-9493-AD54D953815B}"/>
                </a:ext>
              </a:extLst>
            </p:cNvPr>
            <p:cNvSpPr/>
            <p:nvPr/>
          </p:nvSpPr>
          <p:spPr>
            <a:xfrm>
              <a:off x="278577" y="960904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1. Macro Indicators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그림 8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0F61BB-E9FE-CA99-8914-3DE04702B1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7854846" y="153000"/>
            <a:ext cx="965304" cy="64317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AABA48-A444-B3B8-BE65-EEA838926A2B}"/>
              </a:ext>
            </a:extLst>
          </p:cNvPr>
          <p:cNvSpPr/>
          <p:nvPr userDrawn="1"/>
        </p:nvSpPr>
        <p:spPr>
          <a:xfrm>
            <a:off x="278576" y="2831291"/>
            <a:ext cx="4241036" cy="47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67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 Members</a:t>
            </a:r>
            <a:endParaRPr lang="ko-KR" altLang="en-US" sz="1667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87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54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목차">
    <p:bg>
      <p:bgPr>
        <a:solidFill>
          <a:srgbClr val="2D2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A1A9399B-6BAD-4D4D-A330-284C960D0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876349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3" imgH="503" progId="TCLayout.ActiveDocument.1">
                  <p:embed/>
                </p:oleObj>
              </mc:Choice>
              <mc:Fallback>
                <p:oleObj name="think-cell Slide" r:id="rId3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A1A9399B-6BAD-4D4D-A330-284C960D0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9395F-B679-515C-DD49-A6017B250D42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26CAD0-6085-76BD-F300-4B01BC8D9A9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14D91-E3D9-8876-A5B7-41B2FE43ECF5}"/>
              </a:ext>
            </a:extLst>
          </p:cNvPr>
          <p:cNvSpPr txBox="1"/>
          <p:nvPr userDrawn="1"/>
        </p:nvSpPr>
        <p:spPr>
          <a:xfrm>
            <a:off x="250311" y="153000"/>
            <a:ext cx="8642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lang="ko-KR" altLang="en-US" sz="2000" b="1" dirty="0">
              <a:solidFill>
                <a:schemeClr val="bg1"/>
              </a:solidFill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2251F0-7D33-86AB-84F8-BD0C48B24894}"/>
              </a:ext>
            </a:extLst>
          </p:cNvPr>
          <p:cNvGrpSpPr/>
          <p:nvPr userDrawn="1"/>
        </p:nvGrpSpPr>
        <p:grpSpPr>
          <a:xfrm>
            <a:off x="278577" y="960904"/>
            <a:ext cx="4202420" cy="1892968"/>
            <a:chOff x="278577" y="960904"/>
            <a:chExt cx="4202420" cy="189296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ADA05AC-173B-F1FC-2A7A-2CE3CAAACD81}"/>
                </a:ext>
              </a:extLst>
            </p:cNvPr>
            <p:cNvSpPr/>
            <p:nvPr/>
          </p:nvSpPr>
          <p:spPr>
            <a:xfrm>
              <a:off x="278578" y="1434146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r>
                <a:rPr lang="en-US" altLang="ko-KR" sz="1667" b="0" u="none" dirty="0" err="1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FICC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E9A577-61E2-89D3-EE7E-C8759278CEAC}"/>
                </a:ext>
              </a:extLst>
            </p:cNvPr>
            <p:cNvSpPr/>
            <p:nvPr/>
          </p:nvSpPr>
          <p:spPr>
            <a:xfrm>
              <a:off x="278577" y="1907388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3. Equity Market 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3690595-6924-5336-56AC-5977DD93227F}"/>
                </a:ext>
              </a:extLst>
            </p:cNvPr>
            <p:cNvSpPr/>
            <p:nvPr/>
          </p:nvSpPr>
          <p:spPr>
            <a:xfrm>
              <a:off x="278577" y="2380630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1" u="sng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4. Investment Banking</a:t>
              </a:r>
              <a:endParaRPr lang="ko-KR" altLang="en-US" sz="1667" b="1" u="sng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F987F9-DA4A-56F4-9493-AD54D953815B}"/>
                </a:ext>
              </a:extLst>
            </p:cNvPr>
            <p:cNvSpPr/>
            <p:nvPr/>
          </p:nvSpPr>
          <p:spPr>
            <a:xfrm>
              <a:off x="278577" y="960904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1. Macro Indicators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그림 8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DFE1E9-F733-3184-9FA9-C579AEF5D8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7854846" y="153000"/>
            <a:ext cx="965304" cy="6431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BD7FA96-EA9E-0B41-3B23-9806B3919C3B}"/>
              </a:ext>
            </a:extLst>
          </p:cNvPr>
          <p:cNvSpPr/>
          <p:nvPr userDrawn="1"/>
        </p:nvSpPr>
        <p:spPr>
          <a:xfrm>
            <a:off x="278576" y="2831291"/>
            <a:ext cx="4241036" cy="47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67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 Members</a:t>
            </a:r>
            <a:endParaRPr lang="ko-KR" altLang="en-US" sz="1667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70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54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목차">
    <p:bg>
      <p:bgPr>
        <a:solidFill>
          <a:srgbClr val="2D2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A1A9399B-6BAD-4D4D-A330-284C960D0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876349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3" imgH="503" progId="TCLayout.ActiveDocument.1">
                  <p:embed/>
                </p:oleObj>
              </mc:Choice>
              <mc:Fallback>
                <p:oleObj name="think-cell Slide" r:id="rId3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A1A9399B-6BAD-4D4D-A330-284C960D0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E9395F-B679-515C-DD49-A6017B250D42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26CAD0-6085-76BD-F300-4B01BC8D9A9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14D91-E3D9-8876-A5B7-41B2FE43ECF5}"/>
              </a:ext>
            </a:extLst>
          </p:cNvPr>
          <p:cNvSpPr txBox="1"/>
          <p:nvPr userDrawn="1"/>
        </p:nvSpPr>
        <p:spPr>
          <a:xfrm>
            <a:off x="250311" y="153000"/>
            <a:ext cx="8642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lang="ko-KR" altLang="en-US" sz="2000" b="1" dirty="0">
              <a:solidFill>
                <a:schemeClr val="bg1"/>
              </a:solidFill>
              <a:latin typeface="Calibri" panose="020F0502020204030204" pitchFamily="34" charset="0"/>
              <a:ea typeface="함초롬돋움" panose="020B0604000101010101" pitchFamily="50" charset="-127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72251F0-7D33-86AB-84F8-BD0C48B24894}"/>
              </a:ext>
            </a:extLst>
          </p:cNvPr>
          <p:cNvGrpSpPr/>
          <p:nvPr userDrawn="1"/>
        </p:nvGrpSpPr>
        <p:grpSpPr>
          <a:xfrm>
            <a:off x="278577" y="960904"/>
            <a:ext cx="4202420" cy="1892968"/>
            <a:chOff x="278577" y="960904"/>
            <a:chExt cx="4202420" cy="189296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ADA05AC-173B-F1FC-2A7A-2CE3CAAACD81}"/>
                </a:ext>
              </a:extLst>
            </p:cNvPr>
            <p:cNvSpPr/>
            <p:nvPr/>
          </p:nvSpPr>
          <p:spPr>
            <a:xfrm>
              <a:off x="278578" y="1434146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2. </a:t>
              </a:r>
              <a:r>
                <a:rPr lang="en-US" altLang="ko-KR" sz="1667" b="0" u="none" dirty="0" err="1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FICC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E9A577-61E2-89D3-EE7E-C8759278CEAC}"/>
                </a:ext>
              </a:extLst>
            </p:cNvPr>
            <p:cNvSpPr/>
            <p:nvPr/>
          </p:nvSpPr>
          <p:spPr>
            <a:xfrm>
              <a:off x="278577" y="1907388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3. Equity Market 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3690595-6924-5336-56AC-5977DD93227F}"/>
                </a:ext>
              </a:extLst>
            </p:cNvPr>
            <p:cNvSpPr/>
            <p:nvPr/>
          </p:nvSpPr>
          <p:spPr>
            <a:xfrm>
              <a:off x="278577" y="2380630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4. Investment Banking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F987F9-DA4A-56F4-9493-AD54D953815B}"/>
                </a:ext>
              </a:extLst>
            </p:cNvPr>
            <p:cNvSpPr/>
            <p:nvPr/>
          </p:nvSpPr>
          <p:spPr>
            <a:xfrm>
              <a:off x="278577" y="960904"/>
              <a:ext cx="4202419" cy="4732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67" b="0" u="none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1. Macro Indicators</a:t>
              </a:r>
              <a:endParaRPr lang="ko-KR" altLang="en-US" sz="1667" b="0" u="none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그림 8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DFE1E9-F733-3184-9FA9-C579AEF5D8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7854846" y="153000"/>
            <a:ext cx="965304" cy="6431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BD7FA96-EA9E-0B41-3B23-9806B3919C3B}"/>
              </a:ext>
            </a:extLst>
          </p:cNvPr>
          <p:cNvSpPr/>
          <p:nvPr userDrawn="1"/>
        </p:nvSpPr>
        <p:spPr>
          <a:xfrm>
            <a:off x="278576" y="2831291"/>
            <a:ext cx="4241036" cy="47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67" b="1" u="sng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 Members</a:t>
            </a:r>
            <a:endParaRPr lang="ko-KR" altLang="en-US" sz="1667" b="1" u="sng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636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54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2347488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7" name="제목 3">
            <a:extLst>
              <a:ext uri="{FF2B5EF4-FFF2-40B4-BE49-F238E27FC236}">
                <a16:creationId xmlns:a16="http://schemas.microsoft.com/office/drawing/2014/main" id="{F53C7770-7EC8-44CD-9353-C9C7DCFB7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 latinLnBrk="0">
              <a:defRPr sz="1667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C9B3B-BEE5-35CD-23D8-3D0852DB408D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0C52D637-27F5-74BA-26AD-FC435C2D6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75C76A-F702-6678-56EC-346ACC0CFCF8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0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19" userDrawn="1">
          <p15:clr>
            <a:srgbClr val="FBAE40"/>
          </p15:clr>
        </p15:guide>
        <p15:guide id="12" orient="horz" pos="1989" userDrawn="1">
          <p15:clr>
            <a:srgbClr val="FBAE40"/>
          </p15:clr>
        </p15:guide>
        <p15:guide id="13" orient="horz" pos="420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241587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17195CF7-6E06-4C36-B926-1FFC0EFBE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DAF5A-FAB3-CD8E-E19A-1031B2A6DC39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9C447568-6053-BB3B-3600-F57FD8DA8A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A7B364-83E7-D4E4-A8F9-7862DC7B0D2D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31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19" userDrawn="1">
          <p15:clr>
            <a:srgbClr val="FBAE40"/>
          </p15:clr>
        </p15:guide>
        <p15:guide id="12" orient="horz" pos="1989" userDrawn="1">
          <p15:clr>
            <a:srgbClr val="FBAE40"/>
          </p15:clr>
        </p15:guide>
        <p15:guide id="13" orient="horz" pos="72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326013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385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899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2CD7ECCC-D3F2-4C9E-B098-B1B9C73487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899" y="1241744"/>
            <a:ext cx="8640762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3A6369EA-B3F6-4E35-896E-45E8C5D8FA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899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7B229E4-5B57-D8CF-34BE-8E81842E0DD3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C7BED185-E50A-B969-BC67-AAAF3A3B86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39A3425-C487-C7E1-A6CF-0BC9105BB7FB}"/>
              </a:ext>
            </a:extLst>
          </p:cNvPr>
          <p:cNvCxnSpPr>
            <a:cxnSpLocks/>
          </p:cNvCxnSpPr>
          <p:nvPr userDrawn="1"/>
        </p:nvCxnSpPr>
        <p:spPr>
          <a:xfrm>
            <a:off x="250316" y="1473384"/>
            <a:ext cx="8630835" cy="0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321272-DDF4-0CCD-50D3-EF0DF9D8DF68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2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913" userDrawn="1">
          <p15:clr>
            <a:srgbClr val="FBAE40"/>
          </p15:clr>
        </p15:guide>
        <p15:guide id="12" orient="horz" pos="2083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8298460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Section</a:t>
            </a:r>
            <a:r>
              <a:rPr lang="ko-KR" altLang="en-US"/>
              <a:t> </a:t>
            </a:r>
            <a:r>
              <a:rPr lang="en-US" altLang="ko-KR"/>
              <a:t>Title 12pt</a:t>
            </a:r>
            <a:endParaRPr lang="ko-KR" altLang="en-US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208201"/>
            <a:ext cx="8640763" cy="871174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A69466D1-8240-4859-8E55-3245F95D63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4"/>
            <a:ext cx="8640762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708DD164-37E0-4BCE-B9DB-CA853EF08A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Head Message 14pt</a:t>
            </a:r>
          </a:p>
          <a:p>
            <a:pPr lvl="0"/>
            <a:r>
              <a:rPr lang="en-US" altLang="ko-KR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24006DC-5103-4999-1A34-BC8F06E561A4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D786C25A-0C27-F512-0C60-3D9A6EAA9F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8FC8478-F2B0-91CE-7277-48D7547D97A1}"/>
              </a:ext>
            </a:extLst>
          </p:cNvPr>
          <p:cNvCxnSpPr>
            <a:cxnSpLocks/>
          </p:cNvCxnSpPr>
          <p:nvPr userDrawn="1"/>
        </p:nvCxnSpPr>
        <p:spPr>
          <a:xfrm>
            <a:off x="250316" y="1473384"/>
            <a:ext cx="8630835" cy="0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F20D65D-67C5-5478-C1F9-654B58C7DF2F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2" orient="horz" pos="2463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208199"/>
            <a:ext cx="8640763" cy="864640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2585EE10-0D72-49B8-8592-1A6EAC9030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1389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802B83F-8075-4DF2-A2D3-6585D6FB62AC}"/>
              </a:ext>
            </a:extLst>
          </p:cNvPr>
          <p:cNvCxnSpPr>
            <a:cxnSpLocks/>
          </p:cNvCxnSpPr>
          <p:nvPr userDrawn="1"/>
        </p:nvCxnSpPr>
        <p:spPr>
          <a:xfrm>
            <a:off x="4751667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320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2" orient="horz" pos="2499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1923" y="1241743"/>
            <a:ext cx="2729670" cy="3831095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3"/>
            <a:ext cx="56772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567710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49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98">
          <p15:clr>
            <a:srgbClr val="FBAE40"/>
          </p15:clr>
        </p15:guide>
        <p15:guide id="10" pos="363">
          <p15:clr>
            <a:srgbClr val="FBAE40"/>
          </p15:clr>
        </p15:guide>
        <p15:guide id="12" orient="horz" pos="2499">
          <p15:clr>
            <a:srgbClr val="FBAE40"/>
          </p15:clr>
        </p15:guide>
        <p15:guide id="13" orient="horz" pos="893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5868" y="1515745"/>
            <a:ext cx="3895725" cy="3583763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3"/>
            <a:ext cx="4259937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 flipV="1">
            <a:off x="251103" y="1473386"/>
            <a:ext cx="4259937" cy="6532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A4458B1-4B40-35EB-89A5-781138086B0C}"/>
              </a:ext>
            </a:extLst>
          </p:cNvPr>
          <p:cNvCxnSpPr>
            <a:cxnSpLocks/>
          </p:cNvCxnSpPr>
          <p:nvPr userDrawn="1"/>
        </p:nvCxnSpPr>
        <p:spPr>
          <a:xfrm>
            <a:off x="4572000" y="1474203"/>
            <a:ext cx="432117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0">
            <a:extLst>
              <a:ext uri="{FF2B5EF4-FFF2-40B4-BE49-F238E27FC236}">
                <a16:creationId xmlns:a16="http://schemas.microsoft.com/office/drawing/2014/main" id="{5C34C135-10E6-EEB9-43FF-42BAA813B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0" y="1240655"/>
            <a:ext cx="4321174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5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07" userDrawn="1">
          <p15:clr>
            <a:srgbClr val="FBAE40"/>
          </p15:clr>
        </p15:guide>
        <p15:guide id="10" pos="363">
          <p15:clr>
            <a:srgbClr val="FBAE40"/>
          </p15:clr>
        </p15:guide>
        <p15:guide id="12" orient="horz" pos="2499">
          <p15:clr>
            <a:srgbClr val="FBAE40"/>
          </p15:clr>
        </p15:guide>
        <p15:guide id="13" orient="horz" pos="938" userDrawn="1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9805" y="1241743"/>
            <a:ext cx="4141788" cy="3831095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3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7683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98">
          <p15:clr>
            <a:srgbClr val="FBAE40"/>
          </p15:clr>
        </p15:guide>
        <p15:guide id="10" pos="363">
          <p15:clr>
            <a:srgbClr val="FBAE40"/>
          </p15:clr>
        </p15:guide>
        <p15:guide id="12" orient="horz" pos="2499">
          <p15:clr>
            <a:srgbClr val="FBAE40"/>
          </p15:clr>
        </p15:guide>
        <p15:guide id="13" orient="horz" pos="893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5085771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5" name="텍스트 개체 틀 30">
            <a:extLst>
              <a:ext uri="{FF2B5EF4-FFF2-40B4-BE49-F238E27FC236}">
                <a16:creationId xmlns:a16="http://schemas.microsoft.com/office/drawing/2014/main" id="{F822E957-DBA2-43DB-AAC0-9217E78DA9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27ED513-F603-4338-AA51-5C52BA52FA8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30">
            <a:extLst>
              <a:ext uri="{FF2B5EF4-FFF2-40B4-BE49-F238E27FC236}">
                <a16:creationId xmlns:a16="http://schemas.microsoft.com/office/drawing/2014/main" id="{9B9C6070-F68A-4CA2-A755-BAF22A8CC4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1389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AC097AE-0B24-4CCB-B697-B9B5769C72A1}"/>
              </a:ext>
            </a:extLst>
          </p:cNvPr>
          <p:cNvCxnSpPr>
            <a:cxnSpLocks/>
          </p:cNvCxnSpPr>
          <p:nvPr userDrawn="1"/>
        </p:nvCxnSpPr>
        <p:spPr>
          <a:xfrm>
            <a:off x="4751667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CB8687D1-954D-45BA-A1BB-FAB5210220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3134668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E9EB07F-BB01-445A-B8CB-94A08B1017C4}"/>
              </a:ext>
            </a:extLst>
          </p:cNvPr>
          <p:cNvCxnSpPr>
            <a:cxnSpLocks/>
          </p:cNvCxnSpPr>
          <p:nvPr userDrawn="1"/>
        </p:nvCxnSpPr>
        <p:spPr>
          <a:xfrm>
            <a:off x="251103" y="3375514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텍스트 개체 틀 30">
            <a:extLst>
              <a:ext uri="{FF2B5EF4-FFF2-40B4-BE49-F238E27FC236}">
                <a16:creationId xmlns:a16="http://schemas.microsoft.com/office/drawing/2014/main" id="{A84C9663-9B82-46B6-82DF-33A4BB3E04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1389" y="3134668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07D3FA2-5BBF-4E2F-98D2-BFFC46580A91}"/>
              </a:ext>
            </a:extLst>
          </p:cNvPr>
          <p:cNvCxnSpPr>
            <a:cxnSpLocks/>
          </p:cNvCxnSpPr>
          <p:nvPr userDrawn="1"/>
        </p:nvCxnSpPr>
        <p:spPr>
          <a:xfrm>
            <a:off x="4751667" y="3375514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C86ABB7F-3488-4FFD-991D-E89D66540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18E688-883E-A39C-2A51-39FA526AE13F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4315592-3977-5B59-2345-A21BC55E40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27F920-DE63-1A52-35BC-CF4549400719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70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57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5085771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5" name="텍스트 개체 틀 30">
            <a:extLst>
              <a:ext uri="{FF2B5EF4-FFF2-40B4-BE49-F238E27FC236}">
                <a16:creationId xmlns:a16="http://schemas.microsoft.com/office/drawing/2014/main" id="{F822E957-DBA2-43DB-AAC0-9217E78DA9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27ED513-F603-4338-AA51-5C52BA52FA8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30">
            <a:extLst>
              <a:ext uri="{FF2B5EF4-FFF2-40B4-BE49-F238E27FC236}">
                <a16:creationId xmlns:a16="http://schemas.microsoft.com/office/drawing/2014/main" id="{9B9C6070-F68A-4CA2-A755-BAF22A8CC4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1389" y="1241744"/>
            <a:ext cx="41417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AC097AE-0B24-4CCB-B697-B9B5769C72A1}"/>
              </a:ext>
            </a:extLst>
          </p:cNvPr>
          <p:cNvCxnSpPr>
            <a:cxnSpLocks/>
          </p:cNvCxnSpPr>
          <p:nvPr userDrawn="1"/>
        </p:nvCxnSpPr>
        <p:spPr>
          <a:xfrm>
            <a:off x="4751667" y="1479918"/>
            <a:ext cx="4141656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C86ABB7F-3488-4FFD-991D-E89D66540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DD2A1A0-7D21-6CCC-54F3-DBC73EAFEB3E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386440DD-99A0-870F-7D59-3C7770F98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D6C6A4-FB77-23B8-60A0-258055DD8480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9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3198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57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562" userDrawn="1">
          <p15:clr>
            <a:srgbClr val="FBAE40"/>
          </p15:clr>
        </p15:guide>
        <p15:guide id="15" pos="5397" userDrawn="1">
          <p15:clr>
            <a:srgbClr val="FBAE40"/>
          </p15:clr>
        </p15:guide>
        <p15:guide id="16" pos="28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89473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7" name="텍스트 개체 틀 30">
            <a:extLst>
              <a:ext uri="{FF2B5EF4-FFF2-40B4-BE49-F238E27FC236}">
                <a16:creationId xmlns:a16="http://schemas.microsoft.com/office/drawing/2014/main" id="{8AB8E92C-EA9F-481E-808F-9A13B5C643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887ACB-EAB1-4CA6-8285-AB74C94CFF1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92F7E515-B935-45A1-AFA4-EE049E76B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623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ADAF172-8B5F-4FA4-96B2-C8E8E2CA901C}"/>
              </a:ext>
            </a:extLst>
          </p:cNvPr>
          <p:cNvCxnSpPr>
            <a:cxnSpLocks/>
          </p:cNvCxnSpPr>
          <p:nvPr userDrawn="1"/>
        </p:nvCxnSpPr>
        <p:spPr>
          <a:xfrm>
            <a:off x="320651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텍스트 개체 틀 30">
            <a:extLst>
              <a:ext uri="{FF2B5EF4-FFF2-40B4-BE49-F238E27FC236}">
                <a16:creationId xmlns:a16="http://schemas.microsoft.com/office/drawing/2014/main" id="{4C3C8A34-8409-4C91-8F72-1574491D6D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5" y="2967002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39911B1-CC5F-4EC1-9E36-7C34A0DC6B55}"/>
              </a:ext>
            </a:extLst>
          </p:cNvPr>
          <p:cNvCxnSpPr>
            <a:cxnSpLocks/>
          </p:cNvCxnSpPr>
          <p:nvPr userDrawn="1"/>
        </p:nvCxnSpPr>
        <p:spPr>
          <a:xfrm>
            <a:off x="251103" y="3207000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30">
            <a:extLst>
              <a:ext uri="{FF2B5EF4-FFF2-40B4-BE49-F238E27FC236}">
                <a16:creationId xmlns:a16="http://schemas.microsoft.com/office/drawing/2014/main" id="{4D0DA354-5B8E-41CC-8079-8FA0CCFAB1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4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5E30B4C-04F4-4D63-8170-92ABBCD3E807}"/>
              </a:ext>
            </a:extLst>
          </p:cNvPr>
          <p:cNvCxnSpPr>
            <a:cxnSpLocks/>
          </p:cNvCxnSpPr>
          <p:nvPr userDrawn="1"/>
        </p:nvCxnSpPr>
        <p:spPr>
          <a:xfrm>
            <a:off x="616192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텍스트 개체 틀 30">
            <a:extLst>
              <a:ext uri="{FF2B5EF4-FFF2-40B4-BE49-F238E27FC236}">
                <a16:creationId xmlns:a16="http://schemas.microsoft.com/office/drawing/2014/main" id="{9EE6A22D-2B6B-4CFC-AA18-62176C1A0B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1645" y="2965584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6645313-B69B-47C0-8DF2-44DF1BF85490}"/>
              </a:ext>
            </a:extLst>
          </p:cNvPr>
          <p:cNvCxnSpPr>
            <a:cxnSpLocks/>
          </p:cNvCxnSpPr>
          <p:nvPr userDrawn="1"/>
        </p:nvCxnSpPr>
        <p:spPr>
          <a:xfrm>
            <a:off x="6161923" y="3207000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텍스트 개체 틀 30">
            <a:extLst>
              <a:ext uri="{FF2B5EF4-FFF2-40B4-BE49-F238E27FC236}">
                <a16:creationId xmlns:a16="http://schemas.microsoft.com/office/drawing/2014/main" id="{56786DA4-63AF-4CDB-83A0-30B37FCDE1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6235" y="2964319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C9F1991-5103-43CC-80C8-8B99E1AF4603}"/>
              </a:ext>
            </a:extLst>
          </p:cNvPr>
          <p:cNvCxnSpPr>
            <a:cxnSpLocks/>
          </p:cNvCxnSpPr>
          <p:nvPr userDrawn="1"/>
        </p:nvCxnSpPr>
        <p:spPr>
          <a:xfrm>
            <a:off x="3206513" y="3207000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4">
            <a:extLst>
              <a:ext uri="{FF2B5EF4-FFF2-40B4-BE49-F238E27FC236}">
                <a16:creationId xmlns:a16="http://schemas.microsoft.com/office/drawing/2014/main" id="{C9A7E618-F938-4DB1-8EC2-00DF76674B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6" name="제목 3">
            <a:extLst>
              <a:ext uri="{FF2B5EF4-FFF2-40B4-BE49-F238E27FC236}">
                <a16:creationId xmlns:a16="http://schemas.microsoft.com/office/drawing/2014/main" id="{67ACDCDE-4BA2-48D0-B94D-8D612C30E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32F74E-8444-DB3C-19F9-BFC464577465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5B21CFB-0B3D-3F66-A367-3E57277957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1F5703-F95A-DC3C-C2A6-D003DE2B36D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857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4105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57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245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8947366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7" name="텍스트 개체 틀 30">
            <a:extLst>
              <a:ext uri="{FF2B5EF4-FFF2-40B4-BE49-F238E27FC236}">
                <a16:creationId xmlns:a16="http://schemas.microsoft.com/office/drawing/2014/main" id="{8AB8E92C-EA9F-481E-808F-9A13B5C643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382356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887ACB-EAB1-4CA6-8285-AB74C94CFF1F}"/>
              </a:ext>
            </a:extLst>
          </p:cNvPr>
          <p:cNvCxnSpPr>
            <a:cxnSpLocks/>
          </p:cNvCxnSpPr>
          <p:nvPr userDrawn="1"/>
        </p:nvCxnSpPr>
        <p:spPr>
          <a:xfrm>
            <a:off x="251103" y="622354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92F7E515-B935-45A1-AFA4-EE049E76B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6235" y="382356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ADAF172-8B5F-4FA4-96B2-C8E8E2CA901C}"/>
              </a:ext>
            </a:extLst>
          </p:cNvPr>
          <p:cNvCxnSpPr>
            <a:cxnSpLocks/>
          </p:cNvCxnSpPr>
          <p:nvPr userDrawn="1"/>
        </p:nvCxnSpPr>
        <p:spPr>
          <a:xfrm>
            <a:off x="3206513" y="622354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30">
            <a:extLst>
              <a:ext uri="{FF2B5EF4-FFF2-40B4-BE49-F238E27FC236}">
                <a16:creationId xmlns:a16="http://schemas.microsoft.com/office/drawing/2014/main" id="{4D0DA354-5B8E-41CC-8079-8FA0CCFAB1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45" y="382356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5E30B4C-04F4-4D63-8170-92ABBCD3E807}"/>
              </a:ext>
            </a:extLst>
          </p:cNvPr>
          <p:cNvCxnSpPr>
            <a:cxnSpLocks/>
          </p:cNvCxnSpPr>
          <p:nvPr userDrawn="1"/>
        </p:nvCxnSpPr>
        <p:spPr>
          <a:xfrm>
            <a:off x="6161923" y="622354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4">
            <a:extLst>
              <a:ext uri="{FF2B5EF4-FFF2-40B4-BE49-F238E27FC236}">
                <a16:creationId xmlns:a16="http://schemas.microsoft.com/office/drawing/2014/main" id="{C9A7E618-F938-4DB1-8EC2-00DF76674B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32F74E-8444-DB3C-19F9-BFC464577465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5B21CFB-0B3D-3F66-A367-3E57277957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1F5703-F95A-DC3C-C2A6-D003DE2B36D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61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4105">
          <p15:clr>
            <a:srgbClr val="FBAE40"/>
          </p15:clr>
        </p15:guide>
        <p15:guide id="10" pos="363">
          <p15:clr>
            <a:srgbClr val="FBAE40"/>
          </p15:clr>
        </p15:guide>
        <p15:guide id="11" orient="horz" pos="1857">
          <p15:clr>
            <a:srgbClr val="FBAE40"/>
          </p15:clr>
        </p15:guide>
        <p15:guide id="13" orient="horz" pos="893">
          <p15:clr>
            <a:srgbClr val="FBAE40"/>
          </p15:clr>
        </p15:guide>
        <p15:guide id="14" pos="2245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86831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7" name="텍스트 개체 틀 30">
            <a:extLst>
              <a:ext uri="{FF2B5EF4-FFF2-40B4-BE49-F238E27FC236}">
                <a16:creationId xmlns:a16="http://schemas.microsoft.com/office/drawing/2014/main" id="{8AB8E92C-EA9F-481E-808F-9A13B5C643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887ACB-EAB1-4CA6-8285-AB74C94CFF1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92F7E515-B935-45A1-AFA4-EE049E76B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0623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ADAF172-8B5F-4FA4-96B2-C8E8E2CA901C}"/>
              </a:ext>
            </a:extLst>
          </p:cNvPr>
          <p:cNvCxnSpPr>
            <a:cxnSpLocks/>
          </p:cNvCxnSpPr>
          <p:nvPr userDrawn="1"/>
        </p:nvCxnSpPr>
        <p:spPr>
          <a:xfrm>
            <a:off x="320651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텍스트 개체 틀 30">
            <a:extLst>
              <a:ext uri="{FF2B5EF4-FFF2-40B4-BE49-F238E27FC236}">
                <a16:creationId xmlns:a16="http://schemas.microsoft.com/office/drawing/2014/main" id="{4D0DA354-5B8E-41CC-8079-8FA0CCFAB1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45" y="821268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5E30B4C-04F4-4D63-8170-92ABBCD3E807}"/>
              </a:ext>
            </a:extLst>
          </p:cNvPr>
          <p:cNvCxnSpPr>
            <a:cxnSpLocks/>
          </p:cNvCxnSpPr>
          <p:nvPr userDrawn="1"/>
        </p:nvCxnSpPr>
        <p:spPr>
          <a:xfrm>
            <a:off x="6161923" y="1061266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30">
            <a:extLst>
              <a:ext uri="{FF2B5EF4-FFF2-40B4-BE49-F238E27FC236}">
                <a16:creationId xmlns:a16="http://schemas.microsoft.com/office/drawing/2014/main" id="{55AC439F-9C5B-4B50-94F9-D55299AA82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0825" y="2964318"/>
            <a:ext cx="8640762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00B15AE-8279-4D78-B401-F225987F24B0}"/>
              </a:ext>
            </a:extLst>
          </p:cNvPr>
          <p:cNvCxnSpPr>
            <a:cxnSpLocks/>
          </p:cNvCxnSpPr>
          <p:nvPr userDrawn="1"/>
        </p:nvCxnSpPr>
        <p:spPr>
          <a:xfrm>
            <a:off x="251108" y="3202493"/>
            <a:ext cx="864048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33D19518-4593-4468-94F4-4D4F16057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3" name="제목 3">
            <a:extLst>
              <a:ext uri="{FF2B5EF4-FFF2-40B4-BE49-F238E27FC236}">
                <a16:creationId xmlns:a16="http://schemas.microsoft.com/office/drawing/2014/main" id="{4937F7B5-D8F0-4028-9EEF-3E6C59CBB4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99DD05-C909-6C20-872F-6701A98377D0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61E776A1-7711-7EF5-B649-F84F85E0C3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EF99C3-D78B-4A5D-99E6-73340D3D4E3C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47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4105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57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245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86831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F84BD01-85FA-4766-B030-B59EF4F0BF19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27" name="텍스트 개체 틀 30">
            <a:extLst>
              <a:ext uri="{FF2B5EF4-FFF2-40B4-BE49-F238E27FC236}">
                <a16:creationId xmlns:a16="http://schemas.microsoft.com/office/drawing/2014/main" id="{8AB8E92C-EA9F-481E-808F-9A13B5C643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821268"/>
            <a:ext cx="8630834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887ACB-EAB1-4CA6-8285-AB74C94CFF1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061266"/>
            <a:ext cx="864207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33D19518-4593-4468-94F4-4D4F16057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3" name="제목 3">
            <a:extLst>
              <a:ext uri="{FF2B5EF4-FFF2-40B4-BE49-F238E27FC236}">
                <a16:creationId xmlns:a16="http://schemas.microsoft.com/office/drawing/2014/main" id="{4937F7B5-D8F0-4028-9EEF-3E6C59CBB4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34" name="텍스트 개체 틀 30">
            <a:extLst>
              <a:ext uri="{FF2B5EF4-FFF2-40B4-BE49-F238E27FC236}">
                <a16:creationId xmlns:a16="http://schemas.microsoft.com/office/drawing/2014/main" id="{53CEF40B-FA29-4A76-A0F7-7419FC65FC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829" y="2962689"/>
            <a:ext cx="8630835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3770B07-6787-4B85-9D60-A0E1234859B5}"/>
              </a:ext>
            </a:extLst>
          </p:cNvPr>
          <p:cNvCxnSpPr>
            <a:cxnSpLocks/>
          </p:cNvCxnSpPr>
          <p:nvPr userDrawn="1"/>
        </p:nvCxnSpPr>
        <p:spPr>
          <a:xfrm>
            <a:off x="251103" y="3203536"/>
            <a:ext cx="8642072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F7094A-07A7-E01C-D280-47731DCEB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0F25AE-98D0-10D3-1FF5-4DEF05D39AFA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225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3" userDrawn="1">
          <p15:clr>
            <a:srgbClr val="FBAE40"/>
          </p15:clr>
        </p15:guide>
        <p15:guide id="2" pos="5602" userDrawn="1">
          <p15:clr>
            <a:srgbClr val="FBAE40"/>
          </p15:clr>
        </p15:guide>
        <p15:guide id="3" pos="158" userDrawn="1">
          <p15:clr>
            <a:srgbClr val="FBAE40"/>
          </p15:clr>
        </p15:guide>
        <p15:guide id="4" pos="2767" userDrawn="1">
          <p15:clr>
            <a:srgbClr val="FBAE40"/>
          </p15:clr>
        </p15:guide>
        <p15:guide id="5" pos="2993" userDrawn="1">
          <p15:clr>
            <a:srgbClr val="FBAE40"/>
          </p15:clr>
        </p15:guide>
        <p15:guide id="6" orient="horz" pos="3256" userDrawn="1">
          <p15:clr>
            <a:srgbClr val="FBAE40"/>
          </p15:clr>
        </p15:guide>
        <p15:guide id="8" pos="4105" userDrawn="1">
          <p15:clr>
            <a:srgbClr val="FBAE40"/>
          </p15:clr>
        </p15:guide>
        <p15:guide id="10" pos="363" userDrawn="1">
          <p15:clr>
            <a:srgbClr val="FBAE40"/>
          </p15:clr>
        </p15:guide>
        <p15:guide id="11" orient="horz" pos="1857" userDrawn="1">
          <p15:clr>
            <a:srgbClr val="FBAE40"/>
          </p15:clr>
        </p15:guide>
        <p15:guide id="13" orient="horz" pos="893" userDrawn="1">
          <p15:clr>
            <a:srgbClr val="FBAE40"/>
          </p15:clr>
        </p15:guide>
        <p15:guide id="14" pos="2245" userDrawn="1">
          <p15:clr>
            <a:srgbClr val="FBAE40"/>
          </p15:clr>
        </p15:guide>
        <p15:guide id="15" pos="53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326013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6679C00F-37C9-452A-944F-0B9815BC8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385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5EF2B03-62F7-4AB5-A733-1561668597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899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2CD7ECCC-D3F2-4C9E-B098-B1B9C73487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385" y="741620"/>
            <a:ext cx="8640762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7B229E4-5B57-D8CF-34BE-8E81842E0DD3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C7BED185-E50A-B969-BC67-AAAF3A3B86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39A3425-C487-C7E1-A6CF-0BC9105BB7FB}"/>
              </a:ext>
            </a:extLst>
          </p:cNvPr>
          <p:cNvCxnSpPr>
            <a:cxnSpLocks/>
          </p:cNvCxnSpPr>
          <p:nvPr userDrawn="1"/>
        </p:nvCxnSpPr>
        <p:spPr>
          <a:xfrm>
            <a:off x="250315" y="973260"/>
            <a:ext cx="8640000" cy="0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321272-DDF4-0CCD-50D3-EF0DF9D8DF68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978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98">
          <p15:clr>
            <a:srgbClr val="FBAE40"/>
          </p15:clr>
        </p15:guide>
        <p15:guide id="10" pos="363">
          <p15:clr>
            <a:srgbClr val="FBAE40"/>
          </p15:clr>
        </p15:guide>
        <p15:guide id="11" orient="horz" pos="1913">
          <p15:clr>
            <a:srgbClr val="FBAE40"/>
          </p15:clr>
        </p15:guide>
        <p15:guide id="12" orient="horz" pos="2083">
          <p15:clr>
            <a:srgbClr val="FBAE40"/>
          </p15:clr>
        </p15:guide>
        <p15:guide id="13" orient="horz" pos="893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1923" y="1651000"/>
            <a:ext cx="2729670" cy="3421838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Bullet 10pt</a:t>
            </a:r>
            <a:endParaRPr lang="ko-KR" altLang="en-US" dirty="0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241743"/>
            <a:ext cx="56772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>
            <a:off x="251103" y="1479918"/>
            <a:ext cx="567710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 dirty="0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Source: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53001"/>
            <a:ext cx="8642350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Title 12pt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1" y="395069"/>
            <a:ext cx="8642350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en-US" altLang="ko-KR" dirty="0"/>
              <a:t>Slide Title 20pt</a:t>
            </a:r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 dirty="0"/>
              <a:t>Head Message 14pt</a:t>
            </a:r>
          </a:p>
          <a:p>
            <a:pPr lvl="0"/>
            <a:r>
              <a:rPr lang="en-US" altLang="ko-KR" dirty="0"/>
              <a:t> </a:t>
            </a:r>
          </a:p>
        </p:txBody>
      </p:sp>
      <p:sp>
        <p:nvSpPr>
          <p:cNvPr id="7" name="텍스트 개체 틀 30">
            <a:extLst>
              <a:ext uri="{FF2B5EF4-FFF2-40B4-BE49-F238E27FC236}">
                <a16:creationId xmlns:a16="http://schemas.microsoft.com/office/drawing/2014/main" id="{7A51945B-2429-8B35-E911-5B195A98D4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059" y="1241743"/>
            <a:ext cx="2721600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Chart Title 12pt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7B30503-EA5B-A33A-1D3D-E5BE2A47952D}"/>
              </a:ext>
            </a:extLst>
          </p:cNvPr>
          <p:cNvCxnSpPr>
            <a:cxnSpLocks/>
          </p:cNvCxnSpPr>
          <p:nvPr userDrawn="1"/>
        </p:nvCxnSpPr>
        <p:spPr>
          <a:xfrm>
            <a:off x="6160337" y="1479918"/>
            <a:ext cx="272160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10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98">
          <p15:clr>
            <a:srgbClr val="FBAE40"/>
          </p15:clr>
        </p15:guide>
        <p15:guide id="10" pos="363">
          <p15:clr>
            <a:srgbClr val="FBAE40"/>
          </p15:clr>
        </p15:guide>
        <p15:guide id="12" orient="horz" pos="2499">
          <p15:clr>
            <a:srgbClr val="FBAE40"/>
          </p15:clr>
        </p15:guide>
        <p15:guide id="13" orient="horz" pos="893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>
            <a:extLst>
              <a:ext uri="{FF2B5EF4-FFF2-40B4-BE49-F238E27FC236}">
                <a16:creationId xmlns:a16="http://schemas.microsoft.com/office/drawing/2014/main" id="{A5DFC0F2-4B9A-48B7-9FDB-32BEA1A9A1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6985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8" name="개체 7" hidden="1">
                        <a:extLst>
                          <a:ext uri="{FF2B5EF4-FFF2-40B4-BE49-F238E27FC236}">
                            <a16:creationId xmlns:a16="http://schemas.microsoft.com/office/drawing/2014/main" id="{A5DFC0F2-4B9A-48B7-9FDB-32BEA1A9A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 hidden="1">
            <a:extLst>
              <a:ext uri="{FF2B5EF4-FFF2-40B4-BE49-F238E27FC236}">
                <a16:creationId xmlns:a16="http://schemas.microsoft.com/office/drawing/2014/main" id="{6BEC0778-3A50-450C-85FF-7F048BBC681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158750" cy="1322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667" b="0" i="0" baseline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610D455A-4ED1-4DD6-A3E5-B60093C1EC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1923" y="1372008"/>
            <a:ext cx="2729670" cy="3831095"/>
          </a:xfrm>
          <a:prstGeom prst="rect">
            <a:avLst/>
          </a:prstGeom>
        </p:spPr>
        <p:txBody>
          <a:bodyPr/>
          <a:lstStyle>
            <a:lvl1pPr>
              <a:defRPr sz="833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Bullet 10pt</a:t>
            </a:r>
            <a:endParaRPr lang="ko-KR" altLang="en-US"/>
          </a:p>
        </p:txBody>
      </p:sp>
      <p:sp>
        <p:nvSpPr>
          <p:cNvPr id="21" name="텍스트 개체 틀 30">
            <a:extLst>
              <a:ext uri="{FF2B5EF4-FFF2-40B4-BE49-F238E27FC236}">
                <a16:creationId xmlns:a16="http://schemas.microsoft.com/office/drawing/2014/main" id="{3DFEA03F-B3D2-4286-A9A1-EF359F087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825" y="1372442"/>
            <a:ext cx="5677288" cy="231643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1">
                <a:solidFill>
                  <a:schemeClr val="tx1"/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/>
              <a:t>Chart Title 12pt</a:t>
            </a:r>
            <a:endParaRPr lang="ko-KR" altLang="en-US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159EDF3-CF10-475F-B84C-543B2597BA0F}"/>
              </a:ext>
            </a:extLst>
          </p:cNvPr>
          <p:cNvCxnSpPr>
            <a:cxnSpLocks/>
          </p:cNvCxnSpPr>
          <p:nvPr userDrawn="1"/>
        </p:nvCxnSpPr>
        <p:spPr>
          <a:xfrm>
            <a:off x="258723" y="1645051"/>
            <a:ext cx="5677107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39569-AAAA-2F84-1178-FDEFD49FCA2A}"/>
              </a:ext>
            </a:extLst>
          </p:cNvPr>
          <p:cNvSpPr txBox="1">
            <a:spLocks/>
          </p:cNvSpPr>
          <p:nvPr userDrawn="1"/>
        </p:nvSpPr>
        <p:spPr>
          <a:xfrm>
            <a:off x="6748059" y="5146524"/>
            <a:ext cx="2133600" cy="12817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ko-KR"/>
            </a:defPPr>
            <a:lvl1pPr marL="0" algn="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defRPr sz="1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40F1DE4-2AA3-4921-8669-9831BE04B3EC}" type="slidenum">
              <a:rPr lang="en-US" sz="833" smtClean="0">
                <a:solidFill>
                  <a:srgbClr val="7F7F7F"/>
                </a:solidFill>
                <a:latin typeface="Credit Suisse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sz="833">
              <a:solidFill>
                <a:srgbClr val="7F7F7F"/>
              </a:solidFill>
              <a:latin typeface="Credit Suisse"/>
              <a:ea typeface="맑은 고딕" panose="020B0503020000020004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866D85CC-F401-C913-04FD-096ABCF3FF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316" y="5337525"/>
            <a:ext cx="8642865" cy="162591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75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Source: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128C47-4411-6681-F209-F991AA64D193}"/>
              </a:ext>
            </a:extLst>
          </p:cNvPr>
          <p:cNvSpPr/>
          <p:nvPr userDrawn="1"/>
        </p:nvSpPr>
        <p:spPr>
          <a:xfrm>
            <a:off x="250311" y="5125192"/>
            <a:ext cx="8642350" cy="1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000" rIns="30000" rtlCol="0" anchor="ctr"/>
          <a:lstStyle/>
          <a:p>
            <a:r>
              <a:rPr lang="en-US" altLang="ko-KR" sz="917" i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MARKET REVIEW - AGORA</a:t>
            </a:r>
            <a:endParaRPr lang="ko-KR" altLang="en-US" sz="917" i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B4F390B-2A15-F640-F264-9111F7601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4" y="153001"/>
            <a:ext cx="7009449" cy="216929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defRPr sz="1000" b="0">
                <a:solidFill>
                  <a:schemeClr val="bg1">
                    <a:lumMod val="6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Enter the Coverage Ex. “Fixed Income/Credit Cover”</a:t>
            </a:r>
            <a:endParaRPr lang="ko-KR" altLang="en-US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931F2710-8017-6D83-96F8-885FA880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310" y="395069"/>
            <a:ext cx="7009449" cy="325219"/>
          </a:xfrm>
          <a:prstGeom prst="rect">
            <a:avLst/>
          </a:prstGeom>
        </p:spPr>
        <p:txBody>
          <a:bodyPr lIns="36000" rIns="36000"/>
          <a:lstStyle>
            <a:lvl1pPr>
              <a:defRPr sz="1667" b="1"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각 섹션 표지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19F22497-22F6-236E-69F7-9E646B9D8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0824" y="740374"/>
            <a:ext cx="7009449" cy="566654"/>
          </a:xfrm>
          <a:prstGeom prst="rect">
            <a:avLst/>
          </a:prstGeom>
        </p:spPr>
        <p:txBody>
          <a:bodyPr lIns="36000" rIns="36000"/>
          <a:lstStyle>
            <a:lvl1pPr marL="0" indent="0" latinLnBrk="0">
              <a:buNone/>
              <a:defRPr sz="1167" b="0">
                <a:solidFill>
                  <a:schemeClr val="tx2">
                    <a:lumMod val="50000"/>
                    <a:lumOff val="50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pPr lvl="0"/>
            <a:r>
              <a:rPr lang="en-US" altLang="ko-KR"/>
              <a:t>Head Message 14pt</a:t>
            </a:r>
          </a:p>
          <a:p>
            <a:pPr lvl="0"/>
            <a:r>
              <a:rPr lang="en-US" altLang="ko-KR"/>
              <a:t>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CE0A875-C7F6-72F2-00F4-0D6587378372}"/>
              </a:ext>
            </a:extLst>
          </p:cNvPr>
          <p:cNvGrpSpPr/>
          <p:nvPr userDrawn="1"/>
        </p:nvGrpSpPr>
        <p:grpSpPr>
          <a:xfrm>
            <a:off x="7350651" y="369930"/>
            <a:ext cx="1531008" cy="940070"/>
            <a:chOff x="6468709" y="49763"/>
            <a:chExt cx="1811969" cy="116855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DA56AD4-F4BB-3AC7-6DD7-D39800373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94808" y="49763"/>
              <a:ext cx="885870" cy="11648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471E9F7-F697-C27C-1F9A-EFF0D5043A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8" b="1158"/>
            <a:stretch/>
          </p:blipFill>
          <p:spPr>
            <a:xfrm>
              <a:off x="6468709" y="49763"/>
              <a:ext cx="885868" cy="116855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ABDE73A-616B-B1E9-407B-E2B972142C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3151" y="143434"/>
            <a:ext cx="1659999" cy="242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 altLang="ko-KR" err="1"/>
              <a:t>Minjae</a:t>
            </a:r>
            <a:r>
              <a:rPr lang="en-US" altLang="ko-KR"/>
              <a:t> Hwang /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403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  <p15:guide id="4" pos="2767">
          <p15:clr>
            <a:srgbClr val="FBAE40"/>
          </p15:clr>
        </p15:guide>
        <p15:guide id="5" pos="2993">
          <p15:clr>
            <a:srgbClr val="FBAE40"/>
          </p15:clr>
        </p15:guide>
        <p15:guide id="6" orient="horz" pos="3256">
          <p15:clr>
            <a:srgbClr val="FBAE40"/>
          </p15:clr>
        </p15:guide>
        <p15:guide id="8" pos="3198">
          <p15:clr>
            <a:srgbClr val="FBAE40"/>
          </p15:clr>
        </p15:guide>
        <p15:guide id="10" pos="363">
          <p15:clr>
            <a:srgbClr val="FBAE40"/>
          </p15:clr>
        </p15:guide>
        <p15:guide id="12" orient="horz" pos="2499">
          <p15:clr>
            <a:srgbClr val="FBAE40"/>
          </p15:clr>
        </p15:guide>
        <p15:guide id="13" orient="horz" pos="847">
          <p15:clr>
            <a:srgbClr val="FBAE40"/>
          </p15:clr>
        </p15:guide>
        <p15:guide id="14" pos="2562">
          <p15:clr>
            <a:srgbClr val="FBAE40"/>
          </p15:clr>
        </p15:guide>
        <p15:guide id="15" pos="539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>
            <a:extLst>
              <a:ext uri="{FF2B5EF4-FFF2-40B4-BE49-F238E27FC236}">
                <a16:creationId xmlns:a16="http://schemas.microsoft.com/office/drawing/2014/main" id="{0B1CD8E0-7B21-C686-A4BB-566ED1F1C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088868594"/>
              </p:ext>
            </p:extLst>
          </p:nvPr>
        </p:nvGraphicFramePr>
        <p:xfrm>
          <a:off x="1588" y="1324"/>
          <a:ext cx="1588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503" imgH="503" progId="TCLayout.ActiveDocument.1">
                  <p:embed/>
                </p:oleObj>
              </mc:Choice>
              <mc:Fallback>
                <p:oleObj name="think-cell Slide" r:id="rId29" imgW="503" imgH="503" progId="TCLayout.ActiveDocument.1">
                  <p:embed/>
                  <p:pic>
                    <p:nvPicPr>
                      <p:cNvPr id="7" name="개체 6" hidden="1">
                        <a:extLst>
                          <a:ext uri="{FF2B5EF4-FFF2-40B4-BE49-F238E27FC236}">
                            <a16:creationId xmlns:a16="http://schemas.microsoft.com/office/drawing/2014/main" id="{0B1CD8E0-7B21-C686-A4BB-566ED1F1C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324"/>
                        <a:ext cx="1588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B1C4CC-B521-B5AC-CC98-C271E1D9972F}"/>
              </a:ext>
            </a:extLst>
          </p:cNvPr>
          <p:cNvSpPr txBox="1"/>
          <p:nvPr userDrawn="1"/>
        </p:nvSpPr>
        <p:spPr>
          <a:xfrm>
            <a:off x="9316040" y="1834295"/>
            <a:ext cx="2523034" cy="2096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sz="1000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Section</a:t>
            </a:r>
            <a:r>
              <a:rPr lang="en-US" sz="1000" b="0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sz="1000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Title – 12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lang="en-US" sz="1667" b="1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Slide Title - 20</a:t>
            </a:r>
            <a:endParaRPr lang="en-US" sz="1667" b="1" dirty="0">
              <a:solidFill>
                <a:prstClr val="black"/>
              </a:solidFill>
              <a:latin typeface="+mn-lt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333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Head Message – 14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000" b="0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Subtitle Text</a:t>
            </a:r>
            <a:r>
              <a:rPr lang="en-US" sz="1000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 – 11 / </a:t>
            </a:r>
            <a:r>
              <a:rPr lang="en-US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Bullet </a:t>
            </a:r>
            <a:r>
              <a:rPr lang="en-US" altLang="ko-KR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–</a:t>
            </a:r>
            <a:r>
              <a:rPr lang="en-US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 10</a:t>
            </a:r>
            <a:br>
              <a:rPr lang="en-US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가변적 </a:t>
            </a:r>
            <a:r>
              <a:rPr lang="ko-KR" altLang="en-US" sz="875" b="0" dirty="0" err="1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ㅇ</a:t>
            </a:r>
            <a:r>
              <a:rPr lang="en-US" altLang="ko-KR" sz="875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en-US" sz="1000" b="0" dirty="0">
              <a:solidFill>
                <a:prstClr val="black"/>
              </a:solidFill>
              <a:latin typeface="+mn-lt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1167" b="1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Chart</a:t>
            </a:r>
            <a:r>
              <a:rPr lang="en-US" sz="1167" b="1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en-US" sz="1167" b="1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Profile– 12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833" b="1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Chart Axis</a:t>
            </a:r>
            <a:r>
              <a:rPr lang="ko-KR" altLang="en-US" sz="833" b="1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833" b="1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– 10</a:t>
            </a:r>
            <a:endParaRPr lang="en-US" sz="833" b="1" dirty="0">
              <a:solidFill>
                <a:prstClr val="black"/>
              </a:solidFill>
              <a:latin typeface="+mn-lt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algn="l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altLang="ko-KR" sz="750" b="0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Source(</a:t>
            </a:r>
            <a:r>
              <a:rPr lang="ko-KR" altLang="en-US" sz="750" b="0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출처</a:t>
            </a:r>
            <a:r>
              <a:rPr lang="en-US" altLang="ko-KR" sz="750" b="0" baseline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en-US" altLang="ko-KR" sz="750" b="0" dirty="0">
                <a:solidFill>
                  <a:prstClr val="black"/>
                </a:solidFill>
                <a:latin typeface="+mn-lt"/>
                <a:ea typeface="함초롬돋움" panose="020B0604000101010101" pitchFamily="50" charset="-127"/>
                <a:cs typeface="함초롬돋움" panose="020B0604000101010101" pitchFamily="50" charset="-127"/>
              </a:rPr>
              <a:t> &amp; Unit- 9</a:t>
            </a:r>
            <a:endParaRPr lang="en-US" sz="750" b="0" dirty="0">
              <a:solidFill>
                <a:prstClr val="black"/>
              </a:solidFill>
              <a:latin typeface="+mn-lt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8016A9-0075-2C1A-4AC6-8E7876DADF34}"/>
              </a:ext>
            </a:extLst>
          </p:cNvPr>
          <p:cNvSpPr/>
          <p:nvPr userDrawn="1"/>
        </p:nvSpPr>
        <p:spPr>
          <a:xfrm>
            <a:off x="-998220" y="1292969"/>
            <a:ext cx="880102" cy="450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0/44/95</a:t>
            </a:r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메인</a:t>
            </a:r>
            <a:r>
              <a:rPr lang="en-US" altLang="ko-KR" sz="1000" b="1" dirty="0"/>
              <a:t>1)</a:t>
            </a:r>
            <a:endParaRPr lang="ko-KR" altLang="en-US" sz="10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83F82C-21BF-CE30-33DA-3E9671928B0D}"/>
              </a:ext>
            </a:extLst>
          </p:cNvPr>
          <p:cNvSpPr/>
          <p:nvPr userDrawn="1"/>
        </p:nvSpPr>
        <p:spPr>
          <a:xfrm>
            <a:off x="-998220" y="2439794"/>
            <a:ext cx="880102" cy="450000"/>
          </a:xfrm>
          <a:prstGeom prst="rect">
            <a:avLst/>
          </a:prstGeom>
          <a:solidFill>
            <a:srgbClr val="3D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61/90/104</a:t>
            </a:r>
            <a:endParaRPr lang="ko-KR" altLang="en-US" sz="10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DEFA76-1727-51A6-80CF-E2497BD845F0}"/>
              </a:ext>
            </a:extLst>
          </p:cNvPr>
          <p:cNvSpPr/>
          <p:nvPr userDrawn="1"/>
        </p:nvSpPr>
        <p:spPr>
          <a:xfrm>
            <a:off x="-998220" y="1866383"/>
            <a:ext cx="880102" cy="450000"/>
          </a:xfrm>
          <a:prstGeom prst="rect">
            <a:avLst/>
          </a:prstGeom>
          <a:solidFill>
            <a:srgbClr val="A2A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162/162/165</a:t>
            </a:r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메인</a:t>
            </a:r>
            <a:r>
              <a:rPr lang="en-US" altLang="ko-KR" sz="1000" b="1" dirty="0"/>
              <a:t>3)</a:t>
            </a:r>
            <a:endParaRPr lang="ko-KR" altLang="en-US" sz="10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3CAE83-CF3E-B938-C4A8-CC9D2BFD50C8}"/>
              </a:ext>
            </a:extLst>
          </p:cNvPr>
          <p:cNvSpPr/>
          <p:nvPr userDrawn="1"/>
        </p:nvSpPr>
        <p:spPr>
          <a:xfrm>
            <a:off x="-1965960" y="1866383"/>
            <a:ext cx="880102" cy="450000"/>
          </a:xfrm>
          <a:prstGeom prst="rect">
            <a:avLst/>
          </a:prstGeom>
          <a:solidFill>
            <a:srgbClr val="7399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115/153/198</a:t>
            </a:r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메인</a:t>
            </a:r>
            <a:r>
              <a:rPr lang="en-US" altLang="ko-KR" sz="1000" b="1" dirty="0"/>
              <a:t>2)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041936-306E-C2A3-D496-63DF42445DE3}"/>
              </a:ext>
            </a:extLst>
          </p:cNvPr>
          <p:cNvSpPr/>
          <p:nvPr userDrawn="1"/>
        </p:nvSpPr>
        <p:spPr>
          <a:xfrm>
            <a:off x="-1965960" y="1292969"/>
            <a:ext cx="880102" cy="45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0/0/0</a:t>
            </a:r>
          </a:p>
          <a:p>
            <a:pPr algn="ctr"/>
            <a:r>
              <a:rPr lang="en-US" altLang="ko-KR" sz="700" b="1" dirty="0"/>
              <a:t>(</a:t>
            </a:r>
            <a:r>
              <a:rPr lang="ko-KR" altLang="en-US" sz="700" b="1" dirty="0"/>
              <a:t>모든 글자</a:t>
            </a:r>
            <a:endParaRPr lang="en-US" altLang="ko-KR" sz="700" b="1" dirty="0"/>
          </a:p>
          <a:p>
            <a:pPr algn="ctr"/>
            <a:r>
              <a:rPr lang="ko-KR" altLang="en-US" sz="700" b="1" dirty="0"/>
              <a:t>워터마크 제외</a:t>
            </a:r>
            <a:r>
              <a:rPr lang="en-US" altLang="ko-KR" sz="700" b="1" dirty="0"/>
              <a:t>)</a:t>
            </a:r>
            <a:endParaRPr lang="ko-KR" altLang="en-US" sz="1000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ED67C2-D41A-AC71-823A-4B2DE8EE8CE7}"/>
              </a:ext>
            </a:extLst>
          </p:cNvPr>
          <p:cNvSpPr/>
          <p:nvPr userDrawn="1"/>
        </p:nvSpPr>
        <p:spPr>
          <a:xfrm>
            <a:off x="-998220" y="3019253"/>
            <a:ext cx="880102" cy="450000"/>
          </a:xfrm>
          <a:prstGeom prst="rect">
            <a:avLst/>
          </a:prstGeom>
          <a:solidFill>
            <a:srgbClr val="D5CE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213/206/163</a:t>
            </a:r>
            <a:endParaRPr lang="ko-KR" altLang="en-US" sz="100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5A794B5-F721-4E23-EFF5-1473A35F6B1B}"/>
              </a:ext>
            </a:extLst>
          </p:cNvPr>
          <p:cNvSpPr/>
          <p:nvPr userDrawn="1"/>
        </p:nvSpPr>
        <p:spPr>
          <a:xfrm>
            <a:off x="-1965960" y="3019253"/>
            <a:ext cx="880102" cy="450000"/>
          </a:xfrm>
          <a:prstGeom prst="rect">
            <a:avLst/>
          </a:prstGeom>
          <a:solidFill>
            <a:srgbClr val="B04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235/91/0</a:t>
            </a:r>
            <a:endParaRPr lang="ko-KR" altLang="en-US" sz="10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E8385F-F1E0-39E3-3F35-A6F95D4C63CD}"/>
              </a:ext>
            </a:extLst>
          </p:cNvPr>
          <p:cNvSpPr/>
          <p:nvPr userDrawn="1"/>
        </p:nvSpPr>
        <p:spPr>
          <a:xfrm>
            <a:off x="-1965960" y="2439794"/>
            <a:ext cx="880102" cy="450000"/>
          </a:xfrm>
          <a:prstGeom prst="rect">
            <a:avLst/>
          </a:prstGeom>
          <a:solidFill>
            <a:srgbClr val="A27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162/117/1</a:t>
            </a:r>
            <a:endParaRPr lang="ko-KR" altLang="en-US" sz="10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87BFC25-559F-30F2-6D49-9FB477592FBC}"/>
              </a:ext>
            </a:extLst>
          </p:cNvPr>
          <p:cNvCxnSpPr/>
          <p:nvPr userDrawn="1"/>
        </p:nvCxnSpPr>
        <p:spPr>
          <a:xfrm>
            <a:off x="-2043113" y="2357710"/>
            <a:ext cx="1924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8891941-3100-E574-B8C6-C159DFB9A5CC}"/>
              </a:ext>
            </a:extLst>
          </p:cNvPr>
          <p:cNvCxnSpPr/>
          <p:nvPr userDrawn="1"/>
        </p:nvCxnSpPr>
        <p:spPr>
          <a:xfrm>
            <a:off x="-2004537" y="3551510"/>
            <a:ext cx="1924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F748F9-65FD-E7C2-F0E7-A6373A114AF6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84"/>
          <a:stretch>
            <a:fillRect/>
          </a:stretch>
        </p:blipFill>
        <p:spPr>
          <a:xfrm>
            <a:off x="-1965961" y="0"/>
            <a:ext cx="1847841" cy="12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3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44" r:id="rId2"/>
    <p:sldLayoutId id="2147483742" r:id="rId3"/>
    <p:sldLayoutId id="2147483743" r:id="rId4"/>
    <p:sldLayoutId id="2147483741" r:id="rId5"/>
    <p:sldLayoutId id="2147483750" r:id="rId6"/>
    <p:sldLayoutId id="2147483751" r:id="rId7"/>
    <p:sldLayoutId id="2147483752" r:id="rId8"/>
    <p:sldLayoutId id="2147483767" r:id="rId9"/>
    <p:sldLayoutId id="2147483705" r:id="rId10"/>
    <p:sldLayoutId id="2147483677" r:id="rId11"/>
    <p:sldLayoutId id="2147483700" r:id="rId12"/>
    <p:sldLayoutId id="2147483701" r:id="rId13"/>
    <p:sldLayoutId id="2147483702" r:id="rId14"/>
    <p:sldLayoutId id="2147483739" r:id="rId15"/>
    <p:sldLayoutId id="2147483763" r:id="rId16"/>
    <p:sldLayoutId id="2147483738" r:id="rId17"/>
    <p:sldLayoutId id="2147483703" r:id="rId18"/>
    <p:sldLayoutId id="2147483719" r:id="rId19"/>
    <p:sldLayoutId id="2147483709" r:id="rId20"/>
    <p:sldLayoutId id="2147483740" r:id="rId21"/>
    <p:sldLayoutId id="2147483715" r:id="rId22"/>
    <p:sldLayoutId id="2147483718" r:id="rId23"/>
    <p:sldLayoutId id="2147483755" r:id="rId24"/>
    <p:sldLayoutId id="2147483768" r:id="rId25"/>
    <p:sldLayoutId id="2147483769" r:id="rId26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FFF-94E5-E91B-8020-5BC1FD1B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3B28F4B-4207-67D2-0D9C-1D8E43915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Executive Summary: Daily % Change Heatmap of G10 Basket &amp; KRW (USD Perspective)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0CA5999-C5E6-C9CB-8E29-AF83343228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en-US" altLang="ko-KR">
                <a:latin typeface="Calibri"/>
                <a:ea typeface="Calibri"/>
                <a:cs typeface="Calibri"/>
              </a:rPr>
              <a:t>FICC-Currency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E74F611D-28ED-E914-0497-3D3BB89D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6000" tIns="45720" rIns="36000" bIns="45720" anchor="t"/>
          <a:lstStyle/>
          <a:p>
            <a:r>
              <a:rPr lang="ko-KR" altLang="en-US" sz="1650" dirty="0" err="1">
                <a:ea typeface="함초롬돋움"/>
              </a:rPr>
              <a:t>Weekly</a:t>
            </a:r>
            <a:r>
              <a:rPr lang="ko-KR" altLang="en-US" sz="1650" dirty="0">
                <a:ea typeface="함초롬돋움"/>
              </a:rPr>
              <a:t> Global </a:t>
            </a:r>
            <a:r>
              <a:rPr lang="ko-KR" altLang="en-US" sz="1650" dirty="0" err="1">
                <a:ea typeface="함초롬돋움"/>
              </a:rPr>
              <a:t>Fore</a:t>
            </a:r>
            <a:r>
              <a:rPr lang="en-US" altLang="ko-KR" sz="1650" dirty="0" err="1">
                <a:ea typeface="함초롬돋움"/>
              </a:rPr>
              <a:t>i</a:t>
            </a:r>
            <a:r>
              <a:rPr lang="ko-KR" altLang="en-US" sz="1650" dirty="0" err="1">
                <a:ea typeface="함초롬돋움"/>
              </a:rPr>
              <a:t>gn</a:t>
            </a:r>
            <a:r>
              <a:rPr lang="ko-KR" altLang="en-US" sz="1650" dirty="0">
                <a:ea typeface="함초롬돋움"/>
              </a:rPr>
              <a:t> Exchange Market </a:t>
            </a:r>
            <a:r>
              <a:rPr lang="ko-KR" altLang="en-US" sz="1650" dirty="0" err="1">
                <a:ea typeface="함초롬돋움"/>
              </a:rPr>
              <a:t>Review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046C842-CF43-A685-4CA4-21DEC60177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93626" y="143434"/>
            <a:ext cx="1659999" cy="242888"/>
          </a:xfrm>
        </p:spPr>
        <p:txBody>
          <a:bodyPr/>
          <a:lstStyle/>
          <a:p>
            <a:r>
              <a:rPr lang="en-US" altLang="ko-KR" dirty="0"/>
              <a:t>Minjae Hwang/ </a:t>
            </a:r>
            <a:r>
              <a:rPr lang="en-US" altLang="ko-KR" spc="-100" dirty="0" err="1"/>
              <a:t>SeongKyu</a:t>
            </a:r>
            <a:r>
              <a:rPr lang="en-US" altLang="ko-KR" spc="-100" dirty="0"/>
              <a:t>  Lee</a:t>
            </a:r>
            <a:endParaRPr lang="ko-KR" altLang="en-US" spc="-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B77B08-370E-B31A-4FC4-85794D2BA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385" y="369359"/>
            <a:ext cx="749733" cy="941916"/>
          </a:xfrm>
          <a:prstGeom prst="rect">
            <a:avLst/>
          </a:prstGeom>
        </p:spPr>
      </p:pic>
      <p:sp>
        <p:nvSpPr>
          <p:cNvPr id="51" name="텍스트 개체 틀 9">
            <a:extLst>
              <a:ext uri="{FF2B5EF4-FFF2-40B4-BE49-F238E27FC236}">
                <a16:creationId xmlns:a16="http://schemas.microsoft.com/office/drawing/2014/main" id="{C93B42A4-87EA-4A70-9748-361049899E3D}"/>
              </a:ext>
            </a:extLst>
          </p:cNvPr>
          <p:cNvSpPr txBox="1">
            <a:spLocks/>
          </p:cNvSpPr>
          <p:nvPr/>
        </p:nvSpPr>
        <p:spPr>
          <a:xfrm>
            <a:off x="6011862" y="1361547"/>
            <a:ext cx="3132137" cy="183673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900" b="1" dirty="0" err="1"/>
              <a:t>This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Week’s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Key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Notations</a:t>
            </a:r>
            <a:endParaRPr lang="ko-KR" altLang="ko-KR" sz="900" dirty="0"/>
          </a:p>
          <a:p>
            <a:r>
              <a:rPr lang="ko-KR" altLang="ko-KR" sz="900" b="1" dirty="0"/>
              <a:t>KRW </a:t>
            </a:r>
            <a:r>
              <a:rPr lang="ko-KR" altLang="ko-KR" sz="900" b="1" dirty="0" err="1"/>
              <a:t>rally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turns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flow-driven</a:t>
            </a:r>
            <a:r>
              <a:rPr lang="ko-KR" altLang="ko-KR" sz="900" b="1" dirty="0"/>
              <a:t>:</a:t>
            </a:r>
            <a:r>
              <a:rPr lang="ko-KR" altLang="ko-KR" sz="900" dirty="0"/>
              <a:t> </a:t>
            </a:r>
            <a:r>
              <a:rPr lang="ko-KR" altLang="ko-KR" sz="900" dirty="0" err="1"/>
              <a:t>Heavy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exporter</a:t>
            </a:r>
            <a:r>
              <a:rPr lang="ko-KR" altLang="ko-KR" sz="900" dirty="0"/>
              <a:t>, </a:t>
            </a:r>
            <a:r>
              <a:rPr lang="ko-KR" altLang="ko-KR" sz="900" dirty="0" err="1"/>
              <a:t>custody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foreign-bank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selling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pushed</a:t>
            </a:r>
            <a:r>
              <a:rPr lang="ko-KR" altLang="ko-KR" sz="900" dirty="0"/>
              <a:t> USD/KRW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low</a:t>
            </a:r>
            <a:r>
              <a:rPr lang="ko-KR" altLang="ko-KR" sz="900" dirty="0"/>
              <a:t>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1,347, </a:t>
            </a:r>
            <a:r>
              <a:rPr lang="ko-KR" altLang="ko-KR" sz="900" dirty="0" err="1"/>
              <a:t>with</a:t>
            </a:r>
            <a:r>
              <a:rPr lang="ko-KR" altLang="ko-KR" sz="900" dirty="0"/>
              <a:t> </a:t>
            </a:r>
            <a:r>
              <a:rPr lang="ko-KR" altLang="ko-KR" sz="900" dirty="0" err="1"/>
              <a:t>month</a:t>
            </a:r>
            <a:r>
              <a:rPr lang="ko-KR" altLang="ko-KR" sz="900" dirty="0"/>
              <a:t>- and </a:t>
            </a:r>
            <a:r>
              <a:rPr lang="ko-KR" altLang="ko-KR" sz="900" dirty="0" err="1"/>
              <a:t>quarter-end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supply</a:t>
            </a:r>
            <a:r>
              <a:rPr lang="ko-KR" altLang="ko-KR" sz="900" dirty="0"/>
              <a:t> </a:t>
            </a:r>
            <a:r>
              <a:rPr lang="ko-KR" altLang="ko-KR" sz="900" dirty="0" err="1"/>
              <a:t>overwhelming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broader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signal</a:t>
            </a:r>
            <a:r>
              <a:rPr lang="ko-KR" altLang="ko-KR" sz="900" dirty="0"/>
              <a:t> </a:t>
            </a:r>
            <a:r>
              <a:rPr lang="ko-KR" altLang="ko-KR" sz="900" dirty="0" err="1"/>
              <a:t>early</a:t>
            </a:r>
            <a:r>
              <a:rPr lang="ko-KR" altLang="ko-KR" sz="900" dirty="0"/>
              <a:t> </a:t>
            </a:r>
            <a:r>
              <a:rPr lang="ko-KR" altLang="ko-KR" sz="900" dirty="0" err="1"/>
              <a:t>in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week</a:t>
            </a:r>
            <a:r>
              <a:rPr lang="ko-KR" altLang="ko-KR" sz="900" dirty="0"/>
              <a:t>.</a:t>
            </a:r>
          </a:p>
          <a:p>
            <a:r>
              <a:rPr lang="ko-KR" altLang="ko-KR" sz="900" b="1" dirty="0"/>
              <a:t>U.S. </a:t>
            </a:r>
            <a:r>
              <a:rPr lang="ko-KR" altLang="ko-KR" sz="900" b="1" dirty="0" err="1"/>
              <a:t>yield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surge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revives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dollar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strength</a:t>
            </a:r>
            <a:r>
              <a:rPr lang="ko-KR" altLang="ko-KR" sz="900" b="1" dirty="0"/>
              <a:t>: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Strong</a:t>
            </a:r>
            <a:r>
              <a:rPr lang="ko-KR" altLang="ko-KR" sz="900" dirty="0"/>
              <a:t> U.S. </a:t>
            </a:r>
            <a:r>
              <a:rPr lang="ko-KR" altLang="ko-KR" sz="900" dirty="0" err="1"/>
              <a:t>activity</a:t>
            </a:r>
            <a:r>
              <a:rPr lang="ko-KR" altLang="ko-KR" sz="900" dirty="0"/>
              <a:t> </a:t>
            </a:r>
            <a:r>
              <a:rPr lang="ko-KR" altLang="ko-KR" sz="900" dirty="0" err="1"/>
              <a:t>data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weak</a:t>
            </a:r>
            <a:r>
              <a:rPr lang="ko-KR" altLang="ko-KR" sz="900" dirty="0"/>
              <a:t> </a:t>
            </a:r>
            <a:r>
              <a:rPr lang="ko-KR" altLang="ko-KR" sz="900" dirty="0" err="1"/>
              <a:t>Treasury</a:t>
            </a:r>
            <a:r>
              <a:rPr lang="ko-KR" altLang="ko-KR" sz="900" dirty="0"/>
              <a:t> </a:t>
            </a:r>
            <a:r>
              <a:rPr lang="ko-KR" altLang="ko-KR" sz="900" dirty="0" err="1"/>
              <a:t>demand</a:t>
            </a:r>
            <a:r>
              <a:rPr lang="ko-KR" altLang="ko-KR" sz="900" dirty="0"/>
              <a:t> </a:t>
            </a:r>
            <a:r>
              <a:rPr lang="ko-KR" altLang="ko-KR" sz="900" dirty="0" err="1"/>
              <a:t>drove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10-year </a:t>
            </a:r>
            <a:r>
              <a:rPr lang="ko-KR" altLang="ko-KR" sz="900" dirty="0" err="1"/>
              <a:t>yield</a:t>
            </a:r>
            <a:r>
              <a:rPr lang="ko-KR" altLang="ko-KR" sz="900" dirty="0"/>
              <a:t>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5.20% and DXY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101</a:t>
            </a:r>
            <a:r>
              <a:rPr lang="en-US" altLang="ko-KR" sz="900" dirty="0"/>
              <a:t>.</a:t>
            </a:r>
          </a:p>
          <a:p>
            <a:r>
              <a:rPr lang="ko-KR" altLang="ko-KR" sz="900" b="1" dirty="0" err="1"/>
              <a:t>Yen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intervention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risk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jumps</a:t>
            </a:r>
            <a:r>
              <a:rPr lang="ko-KR" altLang="ko-KR" sz="900" b="1" dirty="0"/>
              <a:t>:</a:t>
            </a:r>
            <a:r>
              <a:rPr lang="ko-KR" altLang="ko-KR" sz="900" dirty="0"/>
              <a:t> </a:t>
            </a:r>
            <a:r>
              <a:rPr lang="ko-KR" altLang="ko-KR" sz="900" dirty="0" err="1"/>
              <a:t>Rising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concern</a:t>
            </a:r>
            <a:r>
              <a:rPr lang="ko-KR" altLang="ko-KR" sz="900" dirty="0"/>
              <a:t> </a:t>
            </a:r>
            <a:r>
              <a:rPr lang="ko-KR" altLang="ko-KR" sz="900" dirty="0" err="1"/>
              <a:t>over</a:t>
            </a:r>
            <a:r>
              <a:rPr lang="ko-KR" altLang="ko-KR" sz="900" dirty="0"/>
              <a:t> </a:t>
            </a:r>
            <a:r>
              <a:rPr lang="ko-KR" altLang="ko-KR" sz="900" dirty="0" err="1"/>
              <a:t>yen</a:t>
            </a:r>
            <a:r>
              <a:rPr lang="ko-KR" altLang="ko-KR" sz="900" dirty="0"/>
              <a:t> </a:t>
            </a:r>
            <a:r>
              <a:rPr lang="ko-KR" altLang="ko-KR" sz="900" dirty="0" err="1"/>
              <a:t>undervaluation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closer</a:t>
            </a:r>
            <a:r>
              <a:rPr lang="ko-KR" altLang="ko-KR" sz="900" dirty="0"/>
              <a:t> </a:t>
            </a:r>
            <a:r>
              <a:rPr lang="ko-KR" altLang="ko-KR" sz="900" dirty="0" err="1"/>
              <a:t>Japan</a:t>
            </a:r>
            <a:r>
              <a:rPr lang="ko-KR" altLang="ko-KR" sz="900" dirty="0"/>
              <a:t>–U.S. FX </a:t>
            </a:r>
            <a:r>
              <a:rPr lang="ko-KR" altLang="ko-KR" sz="900" dirty="0" err="1"/>
              <a:t>communication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triggered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sharp</a:t>
            </a:r>
            <a:r>
              <a:rPr lang="ko-KR" altLang="ko-KR" sz="900" dirty="0"/>
              <a:t> USD/JPY </a:t>
            </a:r>
            <a:r>
              <a:rPr lang="ko-KR" altLang="ko-KR" sz="900" dirty="0" err="1"/>
              <a:t>reversal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158 </a:t>
            </a:r>
            <a:r>
              <a:rPr lang="ko-KR" altLang="ko-KR" sz="900" dirty="0" err="1"/>
              <a:t>area</a:t>
            </a:r>
            <a:r>
              <a:rPr lang="ko-KR" altLang="ko-KR" sz="900" dirty="0"/>
              <a:t>, </a:t>
            </a:r>
            <a:r>
              <a:rPr lang="ko-KR" altLang="ko-KR" sz="900" dirty="0" err="1"/>
              <a:t>easing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some</a:t>
            </a:r>
            <a:r>
              <a:rPr lang="ko-KR" altLang="ko-KR" sz="900" dirty="0"/>
              <a:t> </a:t>
            </a:r>
            <a:r>
              <a:rPr lang="ko-KR" altLang="ko-KR" sz="900" dirty="0" err="1"/>
              <a:t>regional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pressure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into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weekend</a:t>
            </a:r>
            <a:r>
              <a:rPr lang="ko-KR" altLang="ko-KR" sz="900" dirty="0"/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009047B-D349-AA63-D947-1590E52BC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47350"/>
              </p:ext>
            </p:extLst>
          </p:nvPr>
        </p:nvGraphicFramePr>
        <p:xfrm>
          <a:off x="250825" y="1659467"/>
          <a:ext cx="5689603" cy="3243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34">
                  <a:extLst>
                    <a:ext uri="{9D8B030D-6E8A-4147-A177-3AD203B41FA5}">
                      <a16:colId xmlns:a16="http://schemas.microsoft.com/office/drawing/2014/main" val="1459975474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732170363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494470973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2501048670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27282998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3639737490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199308994"/>
                    </a:ext>
                  </a:extLst>
                </a:gridCol>
              </a:tblGrid>
              <a:tr h="15804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Currency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Sep. 21st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Sep. 22nd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Sep. 23rd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Sep. 24th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Sep. 25th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918735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EUR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0.15%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0.58%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-0.09%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7144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GBP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-0.23%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0.21%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0.77%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-0.04%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198654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AUD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-0.09%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0.04%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0.10%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7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1.11%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0.37%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8562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NZD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0.09%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0.20%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-0.23%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0.88%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BE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0.31%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851092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JPY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0.59%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D4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0.21%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0.06%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0.34%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434755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CHF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-0.27%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-0.23%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0.40%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420805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1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CAD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0.03%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D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0.28%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0.23%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0.28%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0.29%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461731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NOK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-0.10%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0.34%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-0.01%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0.47%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C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0.34%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180224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12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SEK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0.13%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0.01%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-0.05%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0.86%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0.13%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609396"/>
                  </a:ext>
                </a:extLst>
              </a:tr>
              <a:tr h="308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KRW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0.39%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-0.81%</a:t>
                      </a:r>
                      <a:endParaRPr 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-1.70%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B9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0.90%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BD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0.36%</a:t>
                      </a:r>
                      <a:endParaRPr 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69976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7F9C98-9534-B61D-1E0C-90850B8FA540}"/>
              </a:ext>
            </a:extLst>
          </p:cNvPr>
          <p:cNvSpPr/>
          <p:nvPr/>
        </p:nvSpPr>
        <p:spPr>
          <a:xfrm>
            <a:off x="3793391" y="5033690"/>
            <a:ext cx="216000" cy="712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A20DEA12-8660-237F-E8E1-75C222CB1A6B}"/>
              </a:ext>
            </a:extLst>
          </p:cNvPr>
          <p:cNvSpPr/>
          <p:nvPr/>
        </p:nvSpPr>
        <p:spPr>
          <a:xfrm>
            <a:off x="3151071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1BD915D6-6B49-BFAB-B63C-17D828C6CFF5}"/>
              </a:ext>
            </a:extLst>
          </p:cNvPr>
          <p:cNvSpPr/>
          <p:nvPr/>
        </p:nvSpPr>
        <p:spPr>
          <a:xfrm>
            <a:off x="2513281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215695-6C2B-A252-DDF9-2CA95F8C6132}"/>
              </a:ext>
            </a:extLst>
          </p:cNvPr>
          <p:cNvSpPr/>
          <p:nvPr/>
        </p:nvSpPr>
        <p:spPr>
          <a:xfrm>
            <a:off x="3577134" y="5033690"/>
            <a:ext cx="216000" cy="71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4CB763-1138-CE4E-052D-18F143F87524}"/>
              </a:ext>
            </a:extLst>
          </p:cNvPr>
          <p:cNvSpPr/>
          <p:nvPr/>
        </p:nvSpPr>
        <p:spPr>
          <a:xfrm>
            <a:off x="2271953" y="5033690"/>
            <a:ext cx="241200" cy="7128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32792A-C0EB-477D-B0CA-4743162E3BDB}"/>
              </a:ext>
            </a:extLst>
          </p:cNvPr>
          <p:cNvSpPr/>
          <p:nvPr/>
        </p:nvSpPr>
        <p:spPr>
          <a:xfrm>
            <a:off x="4225391" y="5033690"/>
            <a:ext cx="216000" cy="71283"/>
          </a:xfrm>
          <a:prstGeom prst="rect">
            <a:avLst/>
          </a:prstGeom>
          <a:solidFill>
            <a:srgbClr val="F6BD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53D4D663-E9F0-C67D-FA4C-19149F59D996}"/>
              </a:ext>
            </a:extLst>
          </p:cNvPr>
          <p:cNvSpPr/>
          <p:nvPr/>
        </p:nvSpPr>
        <p:spPr>
          <a:xfrm>
            <a:off x="4656936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F0747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2D2A4F5-D417-06BE-83A1-CE27B65B4043}"/>
              </a:ext>
            </a:extLst>
          </p:cNvPr>
          <p:cNvSpPr/>
          <p:nvPr/>
        </p:nvSpPr>
        <p:spPr>
          <a:xfrm>
            <a:off x="5083303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EA4C4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4747C9-DFB5-2348-67CC-6F68E7AA4D0D}"/>
              </a:ext>
            </a:extLst>
          </p:cNvPr>
          <p:cNvSpPr/>
          <p:nvPr/>
        </p:nvSpPr>
        <p:spPr>
          <a:xfrm>
            <a:off x="4441648" y="5033690"/>
            <a:ext cx="216000" cy="71283"/>
          </a:xfrm>
          <a:prstGeom prst="rect">
            <a:avLst/>
          </a:prstGeom>
          <a:solidFill>
            <a:srgbClr val="F1959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9E1303F-54DF-4496-5337-55D8D86325C2}"/>
              </a:ext>
            </a:extLst>
          </p:cNvPr>
          <p:cNvSpPr/>
          <p:nvPr/>
        </p:nvSpPr>
        <p:spPr>
          <a:xfrm>
            <a:off x="5695184" y="5033690"/>
            <a:ext cx="241071" cy="71283"/>
          </a:xfrm>
          <a:prstGeom prst="rect">
            <a:avLst/>
          </a:prstGeom>
          <a:solidFill>
            <a:srgbClr val="DC1C1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BE2F1-BB79-D46E-49CE-5E290D043C5A}"/>
              </a:ext>
            </a:extLst>
          </p:cNvPr>
          <p:cNvSpPr txBox="1"/>
          <p:nvPr/>
        </p:nvSpPr>
        <p:spPr>
          <a:xfrm>
            <a:off x="4294871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0.5%</a:t>
            </a:r>
            <a:endParaRPr lang="ko-KR" altLang="en-US" sz="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6654C9-D31E-16AB-C567-A2457C8E301D}"/>
              </a:ext>
            </a:extLst>
          </p:cNvPr>
          <p:cNvSpPr txBox="1"/>
          <p:nvPr/>
        </p:nvSpPr>
        <p:spPr>
          <a:xfrm>
            <a:off x="4497167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1.0%</a:t>
            </a:r>
            <a:endParaRPr lang="ko-KR" altLang="en-US" sz="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54B96-99FD-A433-80CD-8541F7BE6F77}"/>
              </a:ext>
            </a:extLst>
          </p:cNvPr>
          <p:cNvSpPr txBox="1"/>
          <p:nvPr/>
        </p:nvSpPr>
        <p:spPr>
          <a:xfrm>
            <a:off x="4904475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2.0%</a:t>
            </a:r>
            <a:endParaRPr lang="ko-KR" altLang="en-US" sz="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DF5046-D31A-1E37-5190-BDFF6ECB680F}"/>
              </a:ext>
            </a:extLst>
          </p:cNvPr>
          <p:cNvSpPr txBox="1"/>
          <p:nvPr/>
        </p:nvSpPr>
        <p:spPr>
          <a:xfrm>
            <a:off x="5563355" y="4888572"/>
            <a:ext cx="29321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3.5%</a:t>
            </a:r>
            <a:endParaRPr lang="ko-KR" altLang="en-US" sz="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DB9D97-3C2B-C343-55EF-6B9F25BA48F9}"/>
              </a:ext>
            </a:extLst>
          </p:cNvPr>
          <p:cNvSpPr txBox="1"/>
          <p:nvPr/>
        </p:nvSpPr>
        <p:spPr>
          <a:xfrm>
            <a:off x="1688624" y="4976998"/>
            <a:ext cx="9676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Volatility Scale</a:t>
            </a:r>
            <a:endParaRPr lang="ko-KR" altLang="en-US" sz="600" i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2F2AD5C-4362-10E0-F3D0-82BB9846C0AF}"/>
              </a:ext>
            </a:extLst>
          </p:cNvPr>
          <p:cNvSpPr/>
          <p:nvPr/>
        </p:nvSpPr>
        <p:spPr>
          <a:xfrm>
            <a:off x="4009391" y="5033690"/>
            <a:ext cx="216000" cy="7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523EAD2-56C4-C87B-43A8-A5CFF328B301}"/>
              </a:ext>
            </a:extLst>
          </p:cNvPr>
          <p:cNvCxnSpPr>
            <a:cxnSpLocks/>
          </p:cNvCxnSpPr>
          <p:nvPr/>
        </p:nvCxnSpPr>
        <p:spPr>
          <a:xfrm>
            <a:off x="2513153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169FD6-A360-3211-7EA1-C85498E8462A}"/>
              </a:ext>
            </a:extLst>
          </p:cNvPr>
          <p:cNvCxnSpPr>
            <a:cxnSpLocks/>
          </p:cNvCxnSpPr>
          <p:nvPr/>
        </p:nvCxnSpPr>
        <p:spPr>
          <a:xfrm>
            <a:off x="3154247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95709C5-4D44-3DDF-F290-EEE936529C34}"/>
              </a:ext>
            </a:extLst>
          </p:cNvPr>
          <p:cNvCxnSpPr>
            <a:cxnSpLocks/>
          </p:cNvCxnSpPr>
          <p:nvPr/>
        </p:nvCxnSpPr>
        <p:spPr>
          <a:xfrm>
            <a:off x="35771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8214114-FEE9-2290-8E2F-D4AB33A137CB}"/>
              </a:ext>
            </a:extLst>
          </p:cNvPr>
          <p:cNvCxnSpPr>
            <a:cxnSpLocks/>
          </p:cNvCxnSpPr>
          <p:nvPr/>
        </p:nvCxnSpPr>
        <p:spPr>
          <a:xfrm>
            <a:off x="37931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6E9E223-3813-E0FB-949A-9070AD47C591}"/>
              </a:ext>
            </a:extLst>
          </p:cNvPr>
          <p:cNvCxnSpPr>
            <a:cxnSpLocks/>
          </p:cNvCxnSpPr>
          <p:nvPr/>
        </p:nvCxnSpPr>
        <p:spPr>
          <a:xfrm>
            <a:off x="444139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58BD9D3-2F4E-5D15-732F-BA113642E85C}"/>
              </a:ext>
            </a:extLst>
          </p:cNvPr>
          <p:cNvCxnSpPr>
            <a:cxnSpLocks/>
          </p:cNvCxnSpPr>
          <p:nvPr/>
        </p:nvCxnSpPr>
        <p:spPr>
          <a:xfrm>
            <a:off x="46573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9F726CC-0E15-55CD-0FE1-06FA2251FA95}"/>
              </a:ext>
            </a:extLst>
          </p:cNvPr>
          <p:cNvCxnSpPr>
            <a:cxnSpLocks/>
          </p:cNvCxnSpPr>
          <p:nvPr/>
        </p:nvCxnSpPr>
        <p:spPr>
          <a:xfrm>
            <a:off x="508370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7B704EA-0DBC-9F09-EC4F-1BA91BEDA787}"/>
              </a:ext>
            </a:extLst>
          </p:cNvPr>
          <p:cNvCxnSpPr>
            <a:cxnSpLocks/>
          </p:cNvCxnSpPr>
          <p:nvPr/>
        </p:nvCxnSpPr>
        <p:spPr>
          <a:xfrm>
            <a:off x="569518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0A1B62A-6F6B-D0F3-DAB6-F17BFFEA989C}"/>
              </a:ext>
            </a:extLst>
          </p:cNvPr>
          <p:cNvCxnSpPr>
            <a:cxnSpLocks/>
          </p:cNvCxnSpPr>
          <p:nvPr/>
        </p:nvCxnSpPr>
        <p:spPr>
          <a:xfrm>
            <a:off x="5083701" y="4993302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F14DA8-9EB5-C06B-4AF6-70D7415B7D16}"/>
              </a:ext>
            </a:extLst>
          </p:cNvPr>
          <p:cNvSpPr txBox="1"/>
          <p:nvPr/>
        </p:nvSpPr>
        <p:spPr>
          <a:xfrm>
            <a:off x="3635736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- 0.5%</a:t>
            </a:r>
            <a:endParaRPr lang="ko-KR" altLang="en-US" sz="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D75531-E6CB-1840-BCB8-CE134010AD1F}"/>
              </a:ext>
            </a:extLst>
          </p:cNvPr>
          <p:cNvSpPr txBox="1"/>
          <p:nvPr/>
        </p:nvSpPr>
        <p:spPr>
          <a:xfrm>
            <a:off x="3407380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-1.0%</a:t>
            </a:r>
            <a:endParaRPr lang="ko-KR" altLang="en-US" sz="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6BEA52-9D24-824B-9F76-81BF7D615999}"/>
              </a:ext>
            </a:extLst>
          </p:cNvPr>
          <p:cNvSpPr txBox="1"/>
          <p:nvPr/>
        </p:nvSpPr>
        <p:spPr>
          <a:xfrm>
            <a:off x="2963842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-2.0%</a:t>
            </a:r>
            <a:endParaRPr lang="ko-KR" altLang="en-US" sz="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C4762C-A17D-1F1F-65FB-7B7A9B1A3ECF}"/>
              </a:ext>
            </a:extLst>
          </p:cNvPr>
          <p:cNvSpPr txBox="1"/>
          <p:nvPr/>
        </p:nvSpPr>
        <p:spPr>
          <a:xfrm>
            <a:off x="2366469" y="4888572"/>
            <a:ext cx="3212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-3.5%</a:t>
            </a:r>
            <a:endParaRPr lang="ko-KR" altLang="en-US" sz="4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60DE746-5704-11D9-5F49-BC1D78584691}"/>
              </a:ext>
            </a:extLst>
          </p:cNvPr>
          <p:cNvSpPr/>
          <p:nvPr/>
        </p:nvSpPr>
        <p:spPr>
          <a:xfrm>
            <a:off x="3793391" y="5033690"/>
            <a:ext cx="216000" cy="712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D36DD67D-8DC8-6989-285A-EC0887F30D7A}"/>
              </a:ext>
            </a:extLst>
          </p:cNvPr>
          <p:cNvSpPr/>
          <p:nvPr/>
        </p:nvSpPr>
        <p:spPr>
          <a:xfrm>
            <a:off x="3151071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012E9D32-104B-DA91-F1F1-A5786CC28F56}"/>
              </a:ext>
            </a:extLst>
          </p:cNvPr>
          <p:cNvSpPr/>
          <p:nvPr/>
        </p:nvSpPr>
        <p:spPr>
          <a:xfrm>
            <a:off x="2513281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A3D4553-6747-7201-1B84-D4DAE14C6D41}"/>
              </a:ext>
            </a:extLst>
          </p:cNvPr>
          <p:cNvSpPr/>
          <p:nvPr/>
        </p:nvSpPr>
        <p:spPr>
          <a:xfrm>
            <a:off x="3577134" y="5033690"/>
            <a:ext cx="216000" cy="71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8819AB-2ECD-06AB-52B3-A3DEAED2E5E6}"/>
              </a:ext>
            </a:extLst>
          </p:cNvPr>
          <p:cNvSpPr/>
          <p:nvPr/>
        </p:nvSpPr>
        <p:spPr>
          <a:xfrm>
            <a:off x="2271953" y="5033690"/>
            <a:ext cx="241200" cy="7128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3FAEB8D-B04B-AEF6-7B42-4BB496A30496}"/>
              </a:ext>
            </a:extLst>
          </p:cNvPr>
          <p:cNvSpPr/>
          <p:nvPr/>
        </p:nvSpPr>
        <p:spPr>
          <a:xfrm>
            <a:off x="4225391" y="5033690"/>
            <a:ext cx="216000" cy="71283"/>
          </a:xfrm>
          <a:prstGeom prst="rect">
            <a:avLst/>
          </a:prstGeom>
          <a:solidFill>
            <a:srgbClr val="F6BD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4D13AC52-800C-5ACF-8A37-84F105959733}"/>
              </a:ext>
            </a:extLst>
          </p:cNvPr>
          <p:cNvSpPr/>
          <p:nvPr/>
        </p:nvSpPr>
        <p:spPr>
          <a:xfrm>
            <a:off x="4656936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F0747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A259DF5A-F4EA-408B-0F3F-6B9F41B36881}"/>
              </a:ext>
            </a:extLst>
          </p:cNvPr>
          <p:cNvSpPr/>
          <p:nvPr/>
        </p:nvSpPr>
        <p:spPr>
          <a:xfrm>
            <a:off x="5083303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EA4C4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F805144-FBB9-C4BD-97AD-D928200BB136}"/>
              </a:ext>
            </a:extLst>
          </p:cNvPr>
          <p:cNvSpPr/>
          <p:nvPr/>
        </p:nvSpPr>
        <p:spPr>
          <a:xfrm>
            <a:off x="4441648" y="5033690"/>
            <a:ext cx="216000" cy="71283"/>
          </a:xfrm>
          <a:prstGeom prst="rect">
            <a:avLst/>
          </a:prstGeom>
          <a:solidFill>
            <a:srgbClr val="F1959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1ECBE19-8A0B-013F-A86A-68A648BF440C}"/>
              </a:ext>
            </a:extLst>
          </p:cNvPr>
          <p:cNvSpPr/>
          <p:nvPr/>
        </p:nvSpPr>
        <p:spPr>
          <a:xfrm>
            <a:off x="5695184" y="5033690"/>
            <a:ext cx="241071" cy="71283"/>
          </a:xfrm>
          <a:prstGeom prst="rect">
            <a:avLst/>
          </a:prstGeom>
          <a:solidFill>
            <a:srgbClr val="DC1C1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3C4A27-2A54-39AB-4C62-48B86001D96E}"/>
              </a:ext>
            </a:extLst>
          </p:cNvPr>
          <p:cNvSpPr txBox="1"/>
          <p:nvPr/>
        </p:nvSpPr>
        <p:spPr>
          <a:xfrm>
            <a:off x="4294871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0.5%</a:t>
            </a:r>
            <a:endParaRPr lang="ko-KR" altLang="en-US" sz="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D793A8-0753-7D24-52C0-862AFD398FE0}"/>
              </a:ext>
            </a:extLst>
          </p:cNvPr>
          <p:cNvSpPr txBox="1"/>
          <p:nvPr/>
        </p:nvSpPr>
        <p:spPr>
          <a:xfrm>
            <a:off x="4497167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1.0%</a:t>
            </a:r>
            <a:endParaRPr lang="ko-KR" altLang="en-US" sz="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0E704E-CC36-DA8D-CC70-25540FA75E81}"/>
              </a:ext>
            </a:extLst>
          </p:cNvPr>
          <p:cNvSpPr txBox="1"/>
          <p:nvPr/>
        </p:nvSpPr>
        <p:spPr>
          <a:xfrm>
            <a:off x="4904475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2.0%</a:t>
            </a:r>
            <a:endParaRPr lang="ko-KR" altLang="en-US" sz="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C5427B-0C7C-4144-43B7-B7A2110174A3}"/>
              </a:ext>
            </a:extLst>
          </p:cNvPr>
          <p:cNvSpPr txBox="1"/>
          <p:nvPr/>
        </p:nvSpPr>
        <p:spPr>
          <a:xfrm>
            <a:off x="5563355" y="4888572"/>
            <a:ext cx="29321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3.5%</a:t>
            </a:r>
            <a:endParaRPr lang="ko-KR" altLang="en-US" sz="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3B987C-FA6F-DD6F-2A8C-52E7781E9F25}"/>
              </a:ext>
            </a:extLst>
          </p:cNvPr>
          <p:cNvSpPr txBox="1"/>
          <p:nvPr/>
        </p:nvSpPr>
        <p:spPr>
          <a:xfrm>
            <a:off x="1688624" y="4976998"/>
            <a:ext cx="9676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Volatility Scale</a:t>
            </a:r>
            <a:endParaRPr lang="ko-KR" altLang="en-US" sz="600" i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F54300E-453E-E666-C954-621627A7B280}"/>
              </a:ext>
            </a:extLst>
          </p:cNvPr>
          <p:cNvSpPr/>
          <p:nvPr/>
        </p:nvSpPr>
        <p:spPr>
          <a:xfrm>
            <a:off x="4009391" y="5033690"/>
            <a:ext cx="216000" cy="7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7D87056-DE48-47F0-84DB-221A84F3A568}"/>
              </a:ext>
            </a:extLst>
          </p:cNvPr>
          <p:cNvCxnSpPr>
            <a:cxnSpLocks/>
          </p:cNvCxnSpPr>
          <p:nvPr/>
        </p:nvCxnSpPr>
        <p:spPr>
          <a:xfrm>
            <a:off x="2513153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6EAF700-8111-CBE1-7084-EBFEB53A2397}"/>
              </a:ext>
            </a:extLst>
          </p:cNvPr>
          <p:cNvCxnSpPr>
            <a:cxnSpLocks/>
          </p:cNvCxnSpPr>
          <p:nvPr/>
        </p:nvCxnSpPr>
        <p:spPr>
          <a:xfrm>
            <a:off x="3154247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1204C34-EAD4-2003-CBE9-8307D9160D57}"/>
              </a:ext>
            </a:extLst>
          </p:cNvPr>
          <p:cNvCxnSpPr>
            <a:cxnSpLocks/>
          </p:cNvCxnSpPr>
          <p:nvPr/>
        </p:nvCxnSpPr>
        <p:spPr>
          <a:xfrm>
            <a:off x="35771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C3229B5-2BB1-8F0E-E7FF-6D86FB595944}"/>
              </a:ext>
            </a:extLst>
          </p:cNvPr>
          <p:cNvCxnSpPr>
            <a:cxnSpLocks/>
          </p:cNvCxnSpPr>
          <p:nvPr/>
        </p:nvCxnSpPr>
        <p:spPr>
          <a:xfrm>
            <a:off x="37931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FA80B5A-ECC8-93D2-1EBA-CBBFCAA2D739}"/>
              </a:ext>
            </a:extLst>
          </p:cNvPr>
          <p:cNvCxnSpPr>
            <a:cxnSpLocks/>
          </p:cNvCxnSpPr>
          <p:nvPr/>
        </p:nvCxnSpPr>
        <p:spPr>
          <a:xfrm>
            <a:off x="444139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6A49A9F3-086E-64E1-98F8-C321EDF66C0E}"/>
              </a:ext>
            </a:extLst>
          </p:cNvPr>
          <p:cNvCxnSpPr>
            <a:cxnSpLocks/>
          </p:cNvCxnSpPr>
          <p:nvPr/>
        </p:nvCxnSpPr>
        <p:spPr>
          <a:xfrm>
            <a:off x="465733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B83EC98-56DB-C969-1CB3-0B68A4DC7EF6}"/>
              </a:ext>
            </a:extLst>
          </p:cNvPr>
          <p:cNvCxnSpPr>
            <a:cxnSpLocks/>
          </p:cNvCxnSpPr>
          <p:nvPr/>
        </p:nvCxnSpPr>
        <p:spPr>
          <a:xfrm>
            <a:off x="508370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971E3C2-6C9D-4AF5-6E72-52648F8A354B}"/>
              </a:ext>
            </a:extLst>
          </p:cNvPr>
          <p:cNvCxnSpPr>
            <a:cxnSpLocks/>
          </p:cNvCxnSpPr>
          <p:nvPr/>
        </p:nvCxnSpPr>
        <p:spPr>
          <a:xfrm>
            <a:off x="569518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29B7403-383B-E9D5-B353-BDB86DD6DA8E}"/>
              </a:ext>
            </a:extLst>
          </p:cNvPr>
          <p:cNvCxnSpPr>
            <a:cxnSpLocks/>
          </p:cNvCxnSpPr>
          <p:nvPr/>
        </p:nvCxnSpPr>
        <p:spPr>
          <a:xfrm>
            <a:off x="5083701" y="4993302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AE811E8-2598-0B28-89FD-D1FFAF8BAD35}"/>
              </a:ext>
            </a:extLst>
          </p:cNvPr>
          <p:cNvSpPr txBox="1"/>
          <p:nvPr/>
        </p:nvSpPr>
        <p:spPr>
          <a:xfrm>
            <a:off x="3635736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- 0.5%</a:t>
            </a:r>
            <a:endParaRPr lang="ko-KR" altLang="en-US" sz="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C809D8-9828-1F0F-F663-EEAA0ED6137F}"/>
              </a:ext>
            </a:extLst>
          </p:cNvPr>
          <p:cNvSpPr txBox="1"/>
          <p:nvPr/>
        </p:nvSpPr>
        <p:spPr>
          <a:xfrm>
            <a:off x="3407380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-1.0%</a:t>
            </a:r>
            <a:endParaRPr lang="ko-KR" altLang="en-US" sz="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BD1CF7-004E-BECB-EAA4-780A558A832E}"/>
              </a:ext>
            </a:extLst>
          </p:cNvPr>
          <p:cNvSpPr txBox="1"/>
          <p:nvPr/>
        </p:nvSpPr>
        <p:spPr>
          <a:xfrm>
            <a:off x="2963842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-2.0%</a:t>
            </a:r>
            <a:endParaRPr lang="ko-KR" altLang="en-US" sz="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D7A39A-4BCA-F9AA-1429-E64CDD3B4FEB}"/>
              </a:ext>
            </a:extLst>
          </p:cNvPr>
          <p:cNvSpPr txBox="1"/>
          <p:nvPr/>
        </p:nvSpPr>
        <p:spPr>
          <a:xfrm>
            <a:off x="2366469" y="4888572"/>
            <a:ext cx="3212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-3.5%</a:t>
            </a:r>
            <a:endParaRPr lang="ko-KR" altLang="en-US" sz="400" dirty="0"/>
          </a:p>
        </p:txBody>
      </p:sp>
      <p:sp>
        <p:nvSpPr>
          <p:cNvPr id="82" name="텍스트 개체 틀 9">
            <a:extLst>
              <a:ext uri="{FF2B5EF4-FFF2-40B4-BE49-F238E27FC236}">
                <a16:creationId xmlns:a16="http://schemas.microsoft.com/office/drawing/2014/main" id="{AF752E05-1AAD-0877-86AC-B89A12B543E9}"/>
              </a:ext>
            </a:extLst>
          </p:cNvPr>
          <p:cNvSpPr txBox="1">
            <a:spLocks/>
          </p:cNvSpPr>
          <p:nvPr/>
        </p:nvSpPr>
        <p:spPr>
          <a:xfrm>
            <a:off x="6011863" y="3219446"/>
            <a:ext cx="3024188" cy="194056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900" b="1" dirty="0" err="1"/>
              <a:t>Next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Week’s</a:t>
            </a:r>
            <a:r>
              <a:rPr lang="ko-KR" altLang="ko-KR" sz="900" b="1" dirty="0"/>
              <a:t> Outlook</a:t>
            </a:r>
            <a:endParaRPr lang="ko-KR" altLang="ko-KR" sz="900" dirty="0"/>
          </a:p>
          <a:p>
            <a:r>
              <a:rPr lang="ko-KR" altLang="ko-KR" sz="900" b="1" dirty="0"/>
              <a:t>U.S. </a:t>
            </a:r>
            <a:r>
              <a:rPr lang="ko-KR" altLang="ko-KR" sz="900" b="1" dirty="0" err="1"/>
              <a:t>labor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data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takes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center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stage</a:t>
            </a:r>
            <a:r>
              <a:rPr lang="ko-KR" altLang="ko-KR" sz="900" b="1" dirty="0"/>
              <a:t>:</a:t>
            </a:r>
            <a:r>
              <a:rPr lang="ko-KR" altLang="ko-KR" sz="900" dirty="0"/>
              <a:t> </a:t>
            </a:r>
            <a:r>
              <a:rPr lang="ko-KR" altLang="ko-KR" sz="900" dirty="0" err="1"/>
              <a:t>August</a:t>
            </a:r>
            <a:r>
              <a:rPr lang="ko-KR" altLang="ko-KR" sz="900" dirty="0"/>
              <a:t> JOLTS </a:t>
            </a:r>
            <a:r>
              <a:rPr lang="ko-KR" altLang="ko-KR" sz="900" dirty="0" err="1"/>
              <a:t>arrives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</a:t>
            </a:r>
            <a:r>
              <a:rPr lang="ko-KR" altLang="ko-KR" sz="900" dirty="0"/>
              <a:t>. 29, </a:t>
            </a:r>
            <a:r>
              <a:rPr lang="ko-KR" altLang="ko-KR" sz="900" dirty="0" err="1"/>
              <a:t>followed</a:t>
            </a:r>
            <a:r>
              <a:rPr lang="ko-KR" altLang="ko-KR" sz="900" dirty="0"/>
              <a:t> </a:t>
            </a:r>
            <a:r>
              <a:rPr lang="ko-KR" altLang="ko-KR" sz="900" dirty="0" err="1"/>
              <a:t>by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September</a:t>
            </a:r>
            <a:r>
              <a:rPr lang="ko-KR" altLang="ko-KR" sz="900" dirty="0"/>
              <a:t> </a:t>
            </a:r>
            <a:r>
              <a:rPr lang="ko-KR" altLang="ko-KR" sz="900" dirty="0" err="1"/>
              <a:t>employment</a:t>
            </a:r>
            <a:r>
              <a:rPr lang="ko-KR" altLang="ko-KR" sz="900" dirty="0"/>
              <a:t> </a:t>
            </a:r>
            <a:r>
              <a:rPr lang="ko-KR" altLang="ko-KR" sz="900" dirty="0" err="1"/>
              <a:t>report</a:t>
            </a:r>
            <a:r>
              <a:rPr lang="ko-KR" altLang="ko-KR" sz="900" dirty="0"/>
              <a:t> </a:t>
            </a:r>
            <a:r>
              <a:rPr lang="ko-KR" altLang="ko-KR" sz="900" dirty="0" err="1"/>
              <a:t>on</a:t>
            </a:r>
            <a:r>
              <a:rPr lang="ko-KR" altLang="ko-KR" sz="900" dirty="0"/>
              <a:t> </a:t>
            </a:r>
            <a:r>
              <a:rPr lang="ko-KR" altLang="ko-KR" sz="900" dirty="0" err="1"/>
              <a:t>Oct</a:t>
            </a:r>
            <a:r>
              <a:rPr lang="ko-KR" altLang="ko-KR" sz="900" dirty="0"/>
              <a:t>. 2, </a:t>
            </a:r>
            <a:r>
              <a:rPr lang="ko-KR" altLang="ko-KR" sz="900" dirty="0" err="1"/>
              <a:t>making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labor-market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strength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key</a:t>
            </a:r>
            <a:r>
              <a:rPr lang="ko-KR" altLang="ko-KR" sz="900" dirty="0"/>
              <a:t> </a:t>
            </a:r>
            <a:r>
              <a:rPr lang="ko-KR" altLang="ko-KR" sz="900" dirty="0" err="1"/>
              <a:t>test</a:t>
            </a:r>
            <a:r>
              <a:rPr lang="ko-KR" altLang="ko-KR" sz="900" dirty="0"/>
              <a:t> </a:t>
            </a:r>
            <a:r>
              <a:rPr lang="ko-KR" altLang="ko-KR" sz="900" dirty="0" err="1"/>
              <a:t>for</a:t>
            </a:r>
            <a:r>
              <a:rPr lang="ko-KR" altLang="ko-KR" sz="900" dirty="0"/>
              <a:t> </a:t>
            </a:r>
            <a:r>
              <a:rPr lang="ko-KR" altLang="ko-KR" sz="900" dirty="0" err="1"/>
              <a:t>further</a:t>
            </a:r>
            <a:r>
              <a:rPr lang="ko-KR" altLang="ko-KR" sz="900" dirty="0"/>
              <a:t> </a:t>
            </a:r>
            <a:r>
              <a:rPr lang="ko-KR" altLang="ko-KR" sz="900" dirty="0" err="1"/>
              <a:t>Fed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tightening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recent</a:t>
            </a:r>
            <a:r>
              <a:rPr lang="ko-KR" altLang="ko-KR" sz="900" dirty="0"/>
              <a:t> </a:t>
            </a:r>
            <a:r>
              <a:rPr lang="ko-KR" altLang="ko-KR" sz="900" dirty="0" err="1"/>
              <a:t>Treasury</a:t>
            </a:r>
            <a:r>
              <a:rPr lang="ko-KR" altLang="ko-KR" sz="900" dirty="0"/>
              <a:t> </a:t>
            </a:r>
            <a:r>
              <a:rPr lang="ko-KR" altLang="ko-KR" sz="900" dirty="0" err="1"/>
              <a:t>selloff</a:t>
            </a:r>
            <a:r>
              <a:rPr lang="ko-KR" altLang="ko-KR" sz="900" dirty="0"/>
              <a:t>. </a:t>
            </a:r>
            <a:endParaRPr lang="en-US" altLang="ko-KR" sz="900" dirty="0"/>
          </a:p>
          <a:p>
            <a:r>
              <a:rPr lang="ko-KR" altLang="ko-KR" sz="900" b="1" dirty="0"/>
              <a:t>BOJ </a:t>
            </a:r>
            <a:r>
              <a:rPr lang="ko-KR" altLang="ko-KR" sz="900" b="1" dirty="0" err="1"/>
              <a:t>signals</a:t>
            </a:r>
            <a:r>
              <a:rPr lang="ko-KR" altLang="ko-KR" sz="900" b="1" dirty="0"/>
              <a:t> and </a:t>
            </a:r>
            <a:r>
              <a:rPr lang="ko-KR" altLang="ko-KR" sz="900" b="1" dirty="0" err="1"/>
              <a:t>Tankan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in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focus</a:t>
            </a:r>
            <a:r>
              <a:rPr lang="ko-KR" altLang="ko-KR" sz="900" b="1" dirty="0"/>
              <a:t>:</a:t>
            </a:r>
            <a:r>
              <a:rPr lang="ko-KR" altLang="ko-KR" sz="900" dirty="0"/>
              <a:t> BOJ </a:t>
            </a:r>
            <a:r>
              <a:rPr lang="ko-KR" altLang="ko-KR" sz="900" dirty="0" err="1"/>
              <a:t>July</a:t>
            </a:r>
            <a:r>
              <a:rPr lang="ko-KR" altLang="ko-KR" sz="900" dirty="0"/>
              <a:t> </a:t>
            </a:r>
            <a:r>
              <a:rPr lang="ko-KR" altLang="ko-KR" sz="900" dirty="0" err="1"/>
              <a:t>meeting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minutes</a:t>
            </a:r>
            <a:r>
              <a:rPr lang="ko-KR" altLang="ko-KR" sz="900" dirty="0"/>
              <a:t> </a:t>
            </a:r>
            <a:r>
              <a:rPr lang="ko-KR" altLang="ko-KR" sz="900" dirty="0" err="1"/>
              <a:t>are</a:t>
            </a:r>
            <a:r>
              <a:rPr lang="ko-KR" altLang="ko-KR" sz="900" dirty="0"/>
              <a:t> </a:t>
            </a:r>
            <a:r>
              <a:rPr lang="ko-KR" altLang="ko-KR" sz="900" dirty="0" err="1"/>
              <a:t>due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</a:t>
            </a:r>
            <a:r>
              <a:rPr lang="ko-KR" altLang="ko-KR" sz="900" dirty="0"/>
              <a:t>. 28, </a:t>
            </a:r>
            <a:r>
              <a:rPr lang="ko-KR" altLang="ko-KR" sz="900" dirty="0" err="1"/>
              <a:t>while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</a:t>
            </a:r>
            <a:r>
              <a:rPr lang="ko-KR" altLang="ko-KR" sz="900" dirty="0"/>
              <a:t>. </a:t>
            </a:r>
            <a:r>
              <a:rPr lang="ko-KR" altLang="ko-KR" sz="900" dirty="0" err="1"/>
              <a:t>meeting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Summary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Opinions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quarterly</a:t>
            </a:r>
            <a:r>
              <a:rPr lang="ko-KR" altLang="ko-KR" sz="900" dirty="0"/>
              <a:t> </a:t>
            </a:r>
            <a:r>
              <a:rPr lang="ko-KR" altLang="ko-KR" sz="900" dirty="0" err="1"/>
              <a:t>Tankan</a:t>
            </a:r>
            <a:r>
              <a:rPr lang="ko-KR" altLang="ko-KR" sz="900" dirty="0"/>
              <a:t> </a:t>
            </a:r>
            <a:r>
              <a:rPr lang="ko-KR" altLang="ko-KR" sz="900" dirty="0" err="1"/>
              <a:t>arrive</a:t>
            </a:r>
            <a:r>
              <a:rPr lang="ko-KR" altLang="ko-KR" sz="900" dirty="0"/>
              <a:t> </a:t>
            </a:r>
            <a:r>
              <a:rPr lang="ko-KR" altLang="ko-KR" sz="900" dirty="0" err="1"/>
              <a:t>Oct</a:t>
            </a:r>
            <a:r>
              <a:rPr lang="ko-KR" altLang="ko-KR" sz="900" dirty="0"/>
              <a:t>. 1, </a:t>
            </a:r>
            <a:r>
              <a:rPr lang="ko-KR" altLang="ko-KR" sz="900" dirty="0" err="1"/>
              <a:t>keeping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policy</a:t>
            </a:r>
            <a:r>
              <a:rPr lang="ko-KR" altLang="ko-KR" sz="900" dirty="0"/>
              <a:t> </a:t>
            </a:r>
            <a:r>
              <a:rPr lang="ko-KR" altLang="ko-KR" sz="900" dirty="0" err="1"/>
              <a:t>path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renewed</a:t>
            </a:r>
            <a:r>
              <a:rPr lang="ko-KR" altLang="ko-KR" sz="900" dirty="0"/>
              <a:t> </a:t>
            </a:r>
            <a:r>
              <a:rPr lang="ko-KR" altLang="ko-KR" sz="900" dirty="0" err="1"/>
              <a:t>yen-intervention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risk</a:t>
            </a:r>
            <a:r>
              <a:rPr lang="ko-KR" altLang="ko-KR" sz="900" dirty="0"/>
              <a:t> </a:t>
            </a:r>
            <a:r>
              <a:rPr lang="ko-KR" altLang="ko-KR" sz="900" dirty="0" err="1"/>
              <a:t>firmly</a:t>
            </a:r>
            <a:r>
              <a:rPr lang="ko-KR" altLang="ko-KR" sz="900" dirty="0"/>
              <a:t> </a:t>
            </a:r>
            <a:r>
              <a:rPr lang="ko-KR" altLang="ko-KR" sz="900" dirty="0" err="1"/>
              <a:t>in</a:t>
            </a:r>
            <a:r>
              <a:rPr lang="ko-KR" altLang="ko-KR" sz="900" dirty="0"/>
              <a:t> </a:t>
            </a:r>
            <a:r>
              <a:rPr lang="ko-KR" altLang="ko-KR" sz="900" dirty="0" err="1"/>
              <a:t>focus</a:t>
            </a:r>
            <a:r>
              <a:rPr lang="ko-KR" altLang="ko-KR" sz="900" dirty="0"/>
              <a:t>. </a:t>
            </a:r>
          </a:p>
          <a:p>
            <a:r>
              <a:rPr lang="ko-KR" altLang="ko-KR" sz="900" b="1" dirty="0" err="1"/>
              <a:t>China</a:t>
            </a:r>
            <a:r>
              <a:rPr lang="ko-KR" altLang="ko-KR" sz="900" b="1" dirty="0"/>
              <a:t> PMI and </a:t>
            </a:r>
            <a:r>
              <a:rPr lang="ko-KR" altLang="ko-KR" sz="900" b="1" dirty="0" err="1"/>
              <a:t>quarter-end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flows</a:t>
            </a:r>
            <a:r>
              <a:rPr lang="ko-KR" altLang="ko-KR" sz="900" b="1" dirty="0"/>
              <a:t>:</a:t>
            </a:r>
            <a:r>
              <a:rPr lang="ko-KR" altLang="ko-KR" sz="900" dirty="0"/>
              <a:t> </a:t>
            </a:r>
            <a:r>
              <a:rPr lang="ko-KR" altLang="ko-KR" sz="900" dirty="0" err="1"/>
              <a:t>China’s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September</a:t>
            </a:r>
            <a:r>
              <a:rPr lang="ko-KR" altLang="ko-KR" sz="900" dirty="0"/>
              <a:t> PMI </a:t>
            </a:r>
            <a:r>
              <a:rPr lang="ko-KR" altLang="ko-KR" sz="900" dirty="0" err="1"/>
              <a:t>is</a:t>
            </a:r>
            <a:r>
              <a:rPr lang="ko-KR" altLang="ko-KR" sz="900" dirty="0"/>
              <a:t> </a:t>
            </a:r>
            <a:r>
              <a:rPr lang="ko-KR" altLang="ko-KR" sz="900" dirty="0" err="1"/>
              <a:t>scheduled</a:t>
            </a:r>
            <a:r>
              <a:rPr lang="ko-KR" altLang="ko-KR" sz="900" dirty="0"/>
              <a:t> </a:t>
            </a:r>
            <a:r>
              <a:rPr lang="ko-KR" altLang="ko-KR" sz="900" dirty="0" err="1"/>
              <a:t>for</a:t>
            </a:r>
            <a:r>
              <a:rPr lang="ko-KR" altLang="ko-KR" sz="900" dirty="0"/>
              <a:t> </a:t>
            </a:r>
            <a:r>
              <a:rPr lang="ko-KR" altLang="ko-KR" sz="900" dirty="0" err="1"/>
              <a:t>Sep</a:t>
            </a:r>
            <a:r>
              <a:rPr lang="ko-KR" altLang="ko-KR" sz="900" dirty="0"/>
              <a:t>. 30, </a:t>
            </a:r>
            <a:r>
              <a:rPr lang="ko-KR" altLang="ko-KR" sz="900" dirty="0" err="1"/>
              <a:t>just</a:t>
            </a:r>
            <a:r>
              <a:rPr lang="ko-KR" altLang="ko-KR" sz="900" dirty="0"/>
              <a:t> </a:t>
            </a:r>
            <a:r>
              <a:rPr lang="ko-KR" altLang="ko-KR" sz="900" dirty="0" err="1"/>
              <a:t>before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National </a:t>
            </a:r>
            <a:r>
              <a:rPr lang="ko-KR" altLang="ko-KR" sz="900" dirty="0" err="1"/>
              <a:t>Day</a:t>
            </a:r>
            <a:r>
              <a:rPr lang="ko-KR" altLang="ko-KR" sz="900" dirty="0"/>
              <a:t> </a:t>
            </a:r>
            <a:r>
              <a:rPr lang="ko-KR" altLang="ko-KR" sz="900" dirty="0" err="1"/>
              <a:t>holiday</a:t>
            </a:r>
            <a:r>
              <a:rPr lang="ko-KR" altLang="ko-KR" sz="900" dirty="0"/>
              <a:t>. </a:t>
            </a:r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DAE532A-D6EB-62AD-F8AC-4ABAF41EC32E}"/>
              </a:ext>
            </a:extLst>
          </p:cNvPr>
          <p:cNvSpPr txBox="1">
            <a:spLocks/>
          </p:cNvSpPr>
          <p:nvPr/>
        </p:nvSpPr>
        <p:spPr>
          <a:xfrm>
            <a:off x="250825" y="740374"/>
            <a:ext cx="8642350" cy="47486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A Week of Two Regimes: Local Flows, Global Rates</a:t>
            </a:r>
          </a:p>
        </p:txBody>
      </p:sp>
    </p:spTree>
    <p:extLst>
      <p:ext uri="{BB962C8B-B14F-4D97-AF65-F5344CB8AC3E}">
        <p14:creationId xmlns:p14="http://schemas.microsoft.com/office/powerpoint/2010/main" val="156266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9CAB8-47A3-F117-1708-1EF0ECC9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19C1C-4D5C-3E30-D2DD-9A017E06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</a:rPr>
              <a:t>Weekly Issue</a:t>
            </a:r>
            <a:endParaRPr lang="ko-KR" altLang="en-US" dirty="0">
              <a:latin typeface="+mn-lt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29FD51-E2D4-740B-B140-452C018871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+mn-lt"/>
              </a:rPr>
              <a:t>FICC-Currency</a:t>
            </a:r>
            <a:endParaRPr kumimoji="1" lang="ko-KR" altLang="en-US" dirty="0">
              <a:latin typeface="+mn-lt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259AB2-B727-92F1-C0D1-B80F1CA6F7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1385" y="724688"/>
            <a:ext cx="8640762" cy="231643"/>
          </a:xfrm>
        </p:spPr>
        <p:txBody>
          <a:bodyPr/>
          <a:lstStyle/>
          <a:p>
            <a:r>
              <a:rPr lang="en-US" altLang="ko-KR" dirty="0">
                <a:latin typeface="+mn-lt"/>
              </a:rPr>
              <a:t>Brief Review</a:t>
            </a:r>
            <a:endParaRPr lang="ko-KR" altLang="en-US" dirty="0">
              <a:latin typeface="+mn-lt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61B4F0-744D-47E5-2BE9-39F7D0146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ING,</a:t>
            </a:r>
            <a:r>
              <a:rPr lang="ko-K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Reuters, Seoul Money Brokerage</a:t>
            </a:r>
          </a:p>
          <a:p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411AE-760C-2F47-7F3D-37796EBAFBE0}"/>
              </a:ext>
            </a:extLst>
          </p:cNvPr>
          <p:cNvSpPr txBox="1"/>
          <p:nvPr/>
        </p:nvSpPr>
        <p:spPr>
          <a:xfrm>
            <a:off x="181787" y="980185"/>
            <a:ext cx="8703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900" b="1" dirty="0" err="1"/>
              <a:t>Sep</a:t>
            </a:r>
            <a:r>
              <a:rPr lang="ko-KR" altLang="ko-KR" sz="900" b="1" dirty="0"/>
              <a:t> 21 (</a:t>
            </a:r>
            <a:r>
              <a:rPr lang="ko-KR" altLang="ko-KR" sz="900" b="1" dirty="0" err="1"/>
              <a:t>Mon</a:t>
            </a:r>
            <a:r>
              <a:rPr lang="ko-KR" altLang="ko-KR" sz="900" b="1" dirty="0"/>
              <a:t>) — </a:t>
            </a:r>
            <a:r>
              <a:rPr lang="ko-KR" altLang="ko-KR" sz="900" b="1" dirty="0" err="1"/>
              <a:t>Two-way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flow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keeps</a:t>
            </a:r>
            <a:r>
              <a:rPr lang="ko-KR" altLang="ko-KR" sz="900" b="1" dirty="0"/>
              <a:t> USD/KRW </a:t>
            </a:r>
            <a:r>
              <a:rPr lang="ko-KR" altLang="ko-KR" sz="900" b="1" dirty="0" err="1"/>
              <a:t>near</a:t>
            </a:r>
            <a:r>
              <a:rPr lang="ko-KR" altLang="ko-KR" sz="900" b="1" dirty="0"/>
              <a:t> 1,380</a:t>
            </a:r>
            <a:endParaRPr lang="ko-KR" altLang="ko-KR" sz="900" dirty="0"/>
          </a:p>
          <a:p>
            <a:r>
              <a:rPr lang="ko-KR" altLang="ko-KR" sz="900" dirty="0"/>
              <a:t>USD/KRW </a:t>
            </a:r>
            <a:r>
              <a:rPr lang="ko-KR" altLang="ko-KR" sz="900" dirty="0" err="1"/>
              <a:t>finished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at</a:t>
            </a:r>
            <a:r>
              <a:rPr lang="ko-KR" altLang="ko-KR" sz="900" dirty="0"/>
              <a:t> 1,381.00, </a:t>
            </a:r>
            <a:r>
              <a:rPr lang="ko-KR" altLang="ko-KR" sz="900" dirty="0" err="1"/>
              <a:t>down</a:t>
            </a:r>
            <a:r>
              <a:rPr lang="ko-KR" altLang="ko-KR" sz="900" dirty="0"/>
              <a:t> 2.30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. The </a:t>
            </a:r>
            <a:r>
              <a:rPr lang="ko-KR" altLang="ko-KR" sz="900" dirty="0" err="1"/>
              <a:t>pair</a:t>
            </a:r>
            <a:r>
              <a:rPr lang="ko-KR" altLang="ko-KR" sz="900" dirty="0"/>
              <a:t> </a:t>
            </a:r>
            <a:r>
              <a:rPr lang="ko-KR" altLang="ko-KR" sz="900" dirty="0" err="1"/>
              <a:t>opened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at</a:t>
            </a:r>
            <a:r>
              <a:rPr lang="ko-KR" altLang="ko-KR" sz="900" dirty="0"/>
              <a:t> 1,387.00 </a:t>
            </a:r>
            <a:r>
              <a:rPr lang="ko-KR" altLang="ko-KR" sz="900" dirty="0" err="1"/>
              <a:t>but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exporter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offers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semiconductor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heavy-industry</a:t>
            </a:r>
            <a:r>
              <a:rPr lang="ko-KR" altLang="ko-KR" sz="900" dirty="0"/>
              <a:t> </a:t>
            </a:r>
            <a:r>
              <a:rPr lang="ko-KR" altLang="ko-KR" sz="900" dirty="0" err="1"/>
              <a:t>names</a:t>
            </a:r>
            <a:r>
              <a:rPr lang="ko-KR" altLang="ko-KR" sz="900" dirty="0"/>
              <a:t> </a:t>
            </a:r>
            <a:r>
              <a:rPr lang="ko-KR" altLang="ko-KR" sz="900" dirty="0" err="1"/>
              <a:t>met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buying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foreign</a:t>
            </a:r>
            <a:r>
              <a:rPr lang="ko-KR" altLang="ko-KR" sz="900" dirty="0"/>
              <a:t> </a:t>
            </a:r>
            <a:r>
              <a:rPr lang="ko-KR" altLang="ko-KR" sz="900" dirty="0" err="1"/>
              <a:t>banks</a:t>
            </a:r>
            <a:r>
              <a:rPr lang="ko-KR" altLang="ko-KR" sz="900" dirty="0"/>
              <a:t>, </a:t>
            </a:r>
            <a:r>
              <a:rPr lang="ko-KR" altLang="ko-KR" sz="900" dirty="0" err="1"/>
              <a:t>keeping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market</a:t>
            </a:r>
            <a:r>
              <a:rPr lang="ko-KR" altLang="ko-KR" sz="900" dirty="0"/>
              <a:t> </a:t>
            </a:r>
            <a:r>
              <a:rPr lang="ko-KR" altLang="ko-KR" sz="900" dirty="0" err="1"/>
              <a:t>two-way</a:t>
            </a:r>
            <a:r>
              <a:rPr lang="ko-KR" altLang="ko-KR" sz="900" dirty="0"/>
              <a:t> </a:t>
            </a:r>
            <a:r>
              <a:rPr lang="ko-KR" altLang="ko-KR" sz="900" dirty="0" err="1"/>
              <a:t>throughout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session</a:t>
            </a:r>
            <a:r>
              <a:rPr lang="ko-KR" altLang="ko-KR" sz="900" dirty="0"/>
              <a:t>. </a:t>
            </a:r>
            <a:r>
              <a:rPr lang="ko-KR" altLang="ko-KR" sz="900" dirty="0" err="1"/>
              <a:t>Softer</a:t>
            </a:r>
            <a:r>
              <a:rPr lang="ko-KR" altLang="ko-KR" sz="900" dirty="0"/>
              <a:t> USD/JPY </a:t>
            </a:r>
            <a:r>
              <a:rPr lang="ko-KR" altLang="ko-KR" sz="900" dirty="0" err="1"/>
              <a:t>also</a:t>
            </a:r>
            <a:r>
              <a:rPr lang="ko-KR" altLang="ko-KR" sz="900" dirty="0"/>
              <a:t> </a:t>
            </a:r>
            <a:r>
              <a:rPr lang="ko-KR" altLang="ko-KR" sz="900" dirty="0" err="1"/>
              <a:t>limited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topside</a:t>
            </a:r>
            <a:r>
              <a:rPr lang="ko-KR" altLang="ko-KR" sz="900" dirty="0"/>
              <a:t>, </a:t>
            </a:r>
            <a:r>
              <a:rPr lang="ko-KR" altLang="ko-KR" sz="900" dirty="0" err="1"/>
              <a:t>while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import-related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demand</a:t>
            </a:r>
            <a:r>
              <a:rPr lang="ko-KR" altLang="ko-KR" sz="900" dirty="0"/>
              <a:t> </a:t>
            </a:r>
            <a:r>
              <a:rPr lang="ko-KR" altLang="ko-KR" sz="900" dirty="0" err="1"/>
              <a:t>helped</a:t>
            </a:r>
            <a:r>
              <a:rPr lang="ko-KR" altLang="ko-KR" sz="900" dirty="0"/>
              <a:t> </a:t>
            </a:r>
            <a:r>
              <a:rPr lang="ko-KR" altLang="ko-KR" sz="900" dirty="0" err="1"/>
              <a:t>prevent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deeper</a:t>
            </a:r>
            <a:r>
              <a:rPr lang="ko-KR" altLang="ko-KR" sz="900" dirty="0"/>
              <a:t> </a:t>
            </a:r>
            <a:r>
              <a:rPr lang="ko-KR" altLang="ko-KR" sz="900" dirty="0" err="1"/>
              <a:t>decline</a:t>
            </a:r>
            <a:r>
              <a:rPr lang="ko-KR" altLang="ko-KR" sz="900" dirty="0"/>
              <a:t>. U.S. </a:t>
            </a:r>
            <a:r>
              <a:rPr lang="ko-KR" altLang="ko-KR" sz="900" dirty="0" err="1"/>
              <a:t>rates</a:t>
            </a:r>
            <a:r>
              <a:rPr lang="ko-KR" altLang="ko-KR" sz="900" dirty="0"/>
              <a:t> </a:t>
            </a:r>
            <a:r>
              <a:rPr lang="ko-KR" altLang="ko-KR" sz="900" dirty="0" err="1"/>
              <a:t>still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supported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, </a:t>
            </a:r>
            <a:r>
              <a:rPr lang="ko-KR" altLang="ko-KR" sz="900" dirty="0" err="1"/>
              <a:t>but</a:t>
            </a:r>
            <a:r>
              <a:rPr lang="ko-KR" altLang="ko-KR" sz="900" dirty="0"/>
              <a:t> </a:t>
            </a:r>
            <a:r>
              <a:rPr lang="ko-KR" altLang="ko-KR" sz="900" dirty="0" err="1"/>
              <a:t>lower</a:t>
            </a:r>
            <a:r>
              <a:rPr lang="ko-KR" altLang="ko-KR" sz="900" dirty="0"/>
              <a:t> </a:t>
            </a:r>
            <a:r>
              <a:rPr lang="ko-KR" altLang="ko-KR" sz="900" dirty="0" err="1"/>
              <a:t>oil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steady</a:t>
            </a:r>
            <a:r>
              <a:rPr lang="ko-KR" altLang="ko-KR" sz="900" dirty="0"/>
              <a:t> </a:t>
            </a:r>
            <a:r>
              <a:rPr lang="ko-KR" altLang="ko-KR" sz="900" dirty="0" err="1"/>
              <a:t>local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supply</a:t>
            </a:r>
            <a:r>
              <a:rPr lang="ko-KR" altLang="ko-KR" sz="900" dirty="0"/>
              <a:t> </a:t>
            </a:r>
            <a:r>
              <a:rPr lang="ko-KR" altLang="ko-KR" sz="900" dirty="0" err="1"/>
              <a:t>kept</a:t>
            </a:r>
            <a:r>
              <a:rPr lang="ko-KR" altLang="ko-KR" sz="900" dirty="0"/>
              <a:t> USD/KRW </a:t>
            </a:r>
            <a:r>
              <a:rPr lang="ko-KR" altLang="ko-KR" sz="900" dirty="0" err="1"/>
              <a:t>pinned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near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1,380 </a:t>
            </a:r>
            <a:r>
              <a:rPr lang="ko-KR" altLang="ko-KR" sz="900" dirty="0" err="1"/>
              <a:t>area</a:t>
            </a:r>
            <a:r>
              <a:rPr lang="ko-KR" altLang="ko-KR" sz="900" dirty="0"/>
              <a:t>.</a:t>
            </a:r>
            <a:endParaRPr lang="en-US" altLang="ko-KR" sz="900" dirty="0"/>
          </a:p>
          <a:p>
            <a:endParaRPr lang="ko-KR" altLang="ko-KR" sz="900" dirty="0"/>
          </a:p>
          <a:p>
            <a:r>
              <a:rPr lang="ko-KR" altLang="ko-KR" sz="900" b="1" dirty="0" err="1"/>
              <a:t>Sep</a:t>
            </a:r>
            <a:r>
              <a:rPr lang="ko-KR" altLang="ko-KR" sz="900" b="1" dirty="0"/>
              <a:t> 22 (</a:t>
            </a:r>
            <a:r>
              <a:rPr lang="ko-KR" altLang="ko-KR" sz="900" b="1" dirty="0" err="1"/>
              <a:t>Tue</a:t>
            </a:r>
            <a:r>
              <a:rPr lang="ko-KR" altLang="ko-KR" sz="900" b="1" dirty="0"/>
              <a:t>) — </a:t>
            </a:r>
            <a:r>
              <a:rPr lang="ko-KR" altLang="ko-KR" sz="900" b="1" dirty="0" err="1"/>
              <a:t>Pre-holiday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dollar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supply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drives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the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sharpest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fall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since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July</a:t>
            </a:r>
            <a:endParaRPr lang="ko-KR" altLang="ko-KR" sz="900" dirty="0"/>
          </a:p>
          <a:p>
            <a:r>
              <a:rPr lang="ko-KR" altLang="ko-KR" sz="900" dirty="0"/>
              <a:t>USD/KRW </a:t>
            </a:r>
            <a:r>
              <a:rPr lang="ko-KR" altLang="ko-KR" sz="900" dirty="0" err="1"/>
              <a:t>dropped</a:t>
            </a:r>
            <a:r>
              <a:rPr lang="ko-KR" altLang="ko-KR" sz="900" dirty="0"/>
              <a:t> 22.80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1,358.00 </a:t>
            </a:r>
            <a:r>
              <a:rPr lang="ko-KR" altLang="ko-KR" sz="900" dirty="0" err="1"/>
              <a:t>after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touching</a:t>
            </a:r>
            <a:r>
              <a:rPr lang="ko-KR" altLang="ko-KR" sz="900" dirty="0"/>
              <a:t> 1,352.90,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biggest</a:t>
            </a:r>
            <a:r>
              <a:rPr lang="ko-KR" altLang="ko-KR" sz="900" dirty="0"/>
              <a:t> </a:t>
            </a:r>
            <a:r>
              <a:rPr lang="ko-KR" altLang="ko-KR" sz="900" dirty="0" err="1"/>
              <a:t>Seoul-session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decline</a:t>
            </a:r>
            <a:r>
              <a:rPr lang="ko-KR" altLang="ko-KR" sz="900" dirty="0"/>
              <a:t> </a:t>
            </a:r>
            <a:r>
              <a:rPr lang="ko-KR" altLang="ko-KR" sz="900" dirty="0" err="1"/>
              <a:t>since</a:t>
            </a:r>
            <a:r>
              <a:rPr lang="ko-KR" altLang="ko-KR" sz="900" dirty="0"/>
              <a:t> </a:t>
            </a:r>
            <a:r>
              <a:rPr lang="ko-KR" altLang="ko-KR" sz="900" dirty="0" err="1"/>
              <a:t>Jul</a:t>
            </a:r>
            <a:r>
              <a:rPr lang="ko-KR" altLang="ko-KR" sz="900" dirty="0"/>
              <a:t>. 8. </a:t>
            </a:r>
            <a:r>
              <a:rPr lang="ko-KR" altLang="ko-KR" sz="900" dirty="0" err="1"/>
              <a:t>Exporter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selling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accelerated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ahead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Chuseok</a:t>
            </a:r>
            <a:r>
              <a:rPr lang="ko-KR" altLang="ko-KR" sz="900" dirty="0"/>
              <a:t>, </a:t>
            </a:r>
            <a:r>
              <a:rPr lang="ko-KR" altLang="ko-KR" sz="900" dirty="0" err="1"/>
              <a:t>month-end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quarter-end</a:t>
            </a:r>
            <a:r>
              <a:rPr lang="ko-KR" altLang="ko-KR" sz="900" dirty="0"/>
              <a:t>, </a:t>
            </a:r>
            <a:r>
              <a:rPr lang="ko-KR" altLang="ko-KR" sz="900" dirty="0" err="1"/>
              <a:t>while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custody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foreign-bank</a:t>
            </a:r>
            <a:r>
              <a:rPr lang="ko-KR" altLang="ko-KR" sz="900" dirty="0"/>
              <a:t> </a:t>
            </a:r>
            <a:r>
              <a:rPr lang="ko-KR" altLang="ko-KR" sz="900" dirty="0" err="1"/>
              <a:t>offers</a:t>
            </a:r>
            <a:r>
              <a:rPr lang="ko-KR" altLang="ko-KR" sz="900" dirty="0"/>
              <a:t> </a:t>
            </a:r>
            <a:r>
              <a:rPr lang="ko-KR" altLang="ko-KR" sz="900" dirty="0" err="1"/>
              <a:t>hit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market</a:t>
            </a:r>
            <a:r>
              <a:rPr lang="ko-KR" altLang="ko-KR" sz="900" dirty="0"/>
              <a:t> </a:t>
            </a:r>
            <a:r>
              <a:rPr lang="ko-KR" altLang="ko-KR" sz="900" dirty="0" err="1"/>
              <a:t>with</a:t>
            </a:r>
            <a:r>
              <a:rPr lang="ko-KR" altLang="ko-KR" sz="900" dirty="0"/>
              <a:t> </a:t>
            </a:r>
            <a:r>
              <a:rPr lang="ko-KR" altLang="ko-KR" sz="900" dirty="0" err="1"/>
              <a:t>weak</a:t>
            </a:r>
            <a:r>
              <a:rPr lang="ko-KR" altLang="ko-KR" sz="900" dirty="0"/>
              <a:t> </a:t>
            </a:r>
            <a:r>
              <a:rPr lang="ko-KR" altLang="ko-KR" sz="900" dirty="0" err="1"/>
              <a:t>bids</a:t>
            </a:r>
            <a:r>
              <a:rPr lang="ko-KR" altLang="ko-KR" sz="900" dirty="0"/>
              <a:t>. </a:t>
            </a:r>
            <a:r>
              <a:rPr lang="ko-KR" altLang="ko-KR" sz="900" dirty="0" err="1"/>
              <a:t>Long</a:t>
            </a:r>
            <a:r>
              <a:rPr lang="ko-KR" altLang="ko-KR" sz="900" dirty="0"/>
              <a:t> </a:t>
            </a:r>
            <a:r>
              <a:rPr lang="ko-KR" altLang="ko-KR" sz="900" dirty="0" err="1"/>
              <a:t>stops</a:t>
            </a:r>
            <a:r>
              <a:rPr lang="ko-KR" altLang="ko-KR" sz="900" dirty="0"/>
              <a:t> </a:t>
            </a:r>
            <a:r>
              <a:rPr lang="ko-KR" altLang="ko-KR" sz="900" dirty="0" err="1"/>
              <a:t>added</a:t>
            </a:r>
            <a:r>
              <a:rPr lang="ko-KR" altLang="ko-KR" sz="900" dirty="0"/>
              <a:t> </a:t>
            </a:r>
            <a:r>
              <a:rPr lang="ko-KR" altLang="ko-KR" sz="900" dirty="0" err="1"/>
              <a:t>momentum</a:t>
            </a:r>
            <a:r>
              <a:rPr lang="ko-KR" altLang="ko-KR" sz="900" dirty="0"/>
              <a:t> </a:t>
            </a:r>
            <a:r>
              <a:rPr lang="ko-KR" altLang="ko-KR" sz="900" dirty="0" err="1"/>
              <a:t>once</a:t>
            </a:r>
            <a:r>
              <a:rPr lang="ko-KR" altLang="ko-KR" sz="900" dirty="0"/>
              <a:t> 1,370 </a:t>
            </a:r>
            <a:r>
              <a:rPr lang="ko-KR" altLang="ko-KR" sz="900" dirty="0" err="1"/>
              <a:t>gave</a:t>
            </a:r>
            <a:r>
              <a:rPr lang="ko-KR" altLang="ko-KR" sz="900" dirty="0"/>
              <a:t> </a:t>
            </a:r>
            <a:r>
              <a:rPr lang="ko-KR" altLang="ko-KR" sz="900" dirty="0" err="1"/>
              <a:t>way</a:t>
            </a:r>
            <a:r>
              <a:rPr lang="ko-KR" altLang="ko-KR" sz="900" dirty="0"/>
              <a:t>, and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pace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fall</a:t>
            </a:r>
            <a:r>
              <a:rPr lang="ko-KR" altLang="ko-KR" sz="900" dirty="0"/>
              <a:t> </a:t>
            </a:r>
            <a:r>
              <a:rPr lang="ko-KR" altLang="ko-KR" sz="900" dirty="0" err="1"/>
              <a:t>suggested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positioning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had</a:t>
            </a:r>
            <a:r>
              <a:rPr lang="ko-KR" altLang="ko-KR" sz="900" dirty="0"/>
              <a:t> </a:t>
            </a:r>
            <a:r>
              <a:rPr lang="ko-KR" altLang="ko-KR" sz="900" dirty="0" err="1"/>
              <a:t>become</a:t>
            </a:r>
            <a:r>
              <a:rPr lang="ko-KR" altLang="ko-KR" sz="900" dirty="0"/>
              <a:t> </a:t>
            </a:r>
            <a:r>
              <a:rPr lang="ko-KR" altLang="ko-KR" sz="900" dirty="0" err="1"/>
              <a:t>one-sided</a:t>
            </a:r>
            <a:r>
              <a:rPr lang="ko-KR" altLang="ko-KR" sz="900" dirty="0"/>
              <a:t>. The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strengthened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even</a:t>
            </a:r>
            <a:r>
              <a:rPr lang="ko-KR" altLang="ko-KR" sz="900" dirty="0"/>
              <a:t>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DXY </a:t>
            </a:r>
            <a:r>
              <a:rPr lang="ko-KR" altLang="ko-KR" sz="900" dirty="0" err="1"/>
              <a:t>recovered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toward</a:t>
            </a:r>
            <a:r>
              <a:rPr lang="ko-KR" altLang="ko-KR" sz="900" dirty="0"/>
              <a:t> 100.5, </a:t>
            </a:r>
            <a:r>
              <a:rPr lang="ko-KR" altLang="ko-KR" sz="900" dirty="0" err="1"/>
              <a:t>showing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that</a:t>
            </a:r>
            <a:r>
              <a:rPr lang="ko-KR" altLang="ko-KR" sz="900" dirty="0"/>
              <a:t> </a:t>
            </a:r>
            <a:r>
              <a:rPr lang="ko-KR" altLang="ko-KR" sz="900" dirty="0" err="1"/>
              <a:t>local</a:t>
            </a:r>
            <a:r>
              <a:rPr lang="ko-KR" altLang="ko-KR" sz="900" dirty="0"/>
              <a:t> </a:t>
            </a:r>
            <a:r>
              <a:rPr lang="ko-KR" altLang="ko-KR" sz="900" dirty="0" err="1"/>
              <a:t>flow</a:t>
            </a:r>
            <a:r>
              <a:rPr lang="ko-KR" altLang="ko-KR" sz="900" dirty="0"/>
              <a:t> </a:t>
            </a:r>
            <a:r>
              <a:rPr lang="ko-KR" altLang="ko-KR" sz="900" dirty="0" err="1"/>
              <a:t>clearly</a:t>
            </a:r>
            <a:r>
              <a:rPr lang="ko-KR" altLang="ko-KR" sz="900" dirty="0"/>
              <a:t> </a:t>
            </a:r>
            <a:r>
              <a:rPr lang="ko-KR" altLang="ko-KR" sz="900" dirty="0" err="1"/>
              <a:t>dominated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global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signal</a:t>
            </a:r>
            <a:r>
              <a:rPr lang="ko-KR" altLang="ko-KR" sz="900" dirty="0"/>
              <a:t>.</a:t>
            </a:r>
            <a:endParaRPr lang="en-US" altLang="ko-KR" sz="900" dirty="0"/>
          </a:p>
          <a:p>
            <a:endParaRPr lang="ko-KR" altLang="ko-KR" sz="900" dirty="0"/>
          </a:p>
          <a:p>
            <a:r>
              <a:rPr lang="ko-KR" altLang="ko-KR" sz="900" b="1" dirty="0" err="1"/>
              <a:t>Sep</a:t>
            </a:r>
            <a:r>
              <a:rPr lang="ko-KR" altLang="ko-KR" sz="900" b="1" dirty="0"/>
              <a:t> 23 (</a:t>
            </a:r>
            <a:r>
              <a:rPr lang="ko-KR" altLang="ko-KR" sz="900" b="1" dirty="0" err="1"/>
              <a:t>Wed</a:t>
            </a:r>
            <a:r>
              <a:rPr lang="ko-KR" altLang="ko-KR" sz="900" b="1" dirty="0"/>
              <a:t>) — USD/KRW </a:t>
            </a:r>
            <a:r>
              <a:rPr lang="ko-KR" altLang="ko-KR" sz="900" b="1" dirty="0" err="1"/>
              <a:t>breaks</a:t>
            </a:r>
            <a:r>
              <a:rPr lang="ko-KR" altLang="ko-KR" sz="900" b="1" dirty="0"/>
              <a:t> 1,350, </a:t>
            </a:r>
            <a:r>
              <a:rPr lang="ko-KR" altLang="ko-KR" sz="900" b="1" dirty="0" err="1"/>
              <a:t>then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reverses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with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the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global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dollar</a:t>
            </a:r>
            <a:endParaRPr lang="ko-KR" altLang="ko-KR" sz="900" dirty="0"/>
          </a:p>
          <a:p>
            <a:r>
              <a:rPr lang="ko-KR" altLang="ko-KR" sz="900" dirty="0"/>
              <a:t>USD/KRW </a:t>
            </a:r>
            <a:r>
              <a:rPr lang="ko-KR" altLang="ko-KR" sz="900" dirty="0" err="1"/>
              <a:t>opened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at</a:t>
            </a:r>
            <a:r>
              <a:rPr lang="ko-KR" altLang="ko-KR" sz="900" dirty="0"/>
              <a:t> 1,355.00 and </a:t>
            </a:r>
            <a:r>
              <a:rPr lang="ko-KR" altLang="ko-KR" sz="900" dirty="0" err="1"/>
              <a:t>fell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1,347.10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month-end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exporter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selling</a:t>
            </a:r>
            <a:r>
              <a:rPr lang="ko-KR" altLang="ko-KR" sz="900" dirty="0"/>
              <a:t>, </a:t>
            </a:r>
            <a:r>
              <a:rPr lang="ko-KR" altLang="ko-KR" sz="900" dirty="0" err="1"/>
              <a:t>passive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supply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improved</a:t>
            </a:r>
            <a:r>
              <a:rPr lang="ko-KR" altLang="ko-KR" sz="900" dirty="0"/>
              <a:t> </a:t>
            </a:r>
            <a:r>
              <a:rPr lang="ko-KR" altLang="ko-KR" sz="900" dirty="0" err="1"/>
              <a:t>risk</a:t>
            </a:r>
            <a:r>
              <a:rPr lang="ko-KR" altLang="ko-KR" sz="900" dirty="0"/>
              <a:t> </a:t>
            </a:r>
            <a:r>
              <a:rPr lang="ko-KR" altLang="ko-KR" sz="900" dirty="0" err="1"/>
              <a:t>sentiment</a:t>
            </a:r>
            <a:r>
              <a:rPr lang="ko-KR" altLang="ko-KR" sz="900" dirty="0"/>
              <a:t> </a:t>
            </a:r>
            <a:r>
              <a:rPr lang="ko-KR" altLang="ko-KR" sz="900" dirty="0" err="1"/>
              <a:t>carried</a:t>
            </a:r>
            <a:r>
              <a:rPr lang="ko-KR" altLang="ko-KR" sz="900" dirty="0"/>
              <a:t> </a:t>
            </a:r>
            <a:r>
              <a:rPr lang="ko-KR" altLang="ko-KR" sz="900" dirty="0" err="1"/>
              <a:t>over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Tuesday</a:t>
            </a:r>
            <a:r>
              <a:rPr lang="ko-KR" altLang="ko-KR" sz="900" dirty="0"/>
              <a:t>. </a:t>
            </a:r>
            <a:r>
              <a:rPr lang="ko-KR" altLang="ko-KR" sz="900" dirty="0" err="1"/>
              <a:t>Lower</a:t>
            </a:r>
            <a:r>
              <a:rPr lang="ko-KR" altLang="ko-KR" sz="900" dirty="0"/>
              <a:t> </a:t>
            </a:r>
            <a:r>
              <a:rPr lang="ko-KR" altLang="ko-KR" sz="900" dirty="0" err="1"/>
              <a:t>oil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easing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Middle</a:t>
            </a:r>
            <a:r>
              <a:rPr lang="ko-KR" altLang="ko-KR" sz="900" dirty="0"/>
              <a:t> </a:t>
            </a:r>
            <a:r>
              <a:rPr lang="ko-KR" altLang="ko-KR" sz="900" dirty="0" err="1"/>
              <a:t>East</a:t>
            </a:r>
            <a:r>
              <a:rPr lang="ko-KR" altLang="ko-KR" sz="900" dirty="0"/>
              <a:t> </a:t>
            </a:r>
            <a:r>
              <a:rPr lang="ko-KR" altLang="ko-KR" sz="900" dirty="0" err="1"/>
              <a:t>tension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also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supported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, </a:t>
            </a:r>
            <a:r>
              <a:rPr lang="ko-KR" altLang="ko-KR" sz="900" dirty="0" err="1"/>
              <a:t>keeping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selling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pressure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intact</a:t>
            </a:r>
            <a:r>
              <a:rPr lang="ko-KR" altLang="ko-KR" sz="900" dirty="0"/>
              <a:t> </a:t>
            </a:r>
            <a:r>
              <a:rPr lang="ko-KR" altLang="ko-KR" sz="900" dirty="0" err="1"/>
              <a:t>through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morning</a:t>
            </a:r>
            <a:r>
              <a:rPr lang="ko-KR" altLang="ko-KR" sz="900" dirty="0"/>
              <a:t>. The </a:t>
            </a:r>
            <a:r>
              <a:rPr lang="ko-KR" altLang="ko-KR" sz="900" dirty="0" err="1"/>
              <a:t>move</a:t>
            </a:r>
            <a:r>
              <a:rPr lang="ko-KR" altLang="ko-KR" sz="900" dirty="0"/>
              <a:t> </a:t>
            </a:r>
            <a:r>
              <a:rPr lang="ko-KR" altLang="ko-KR" sz="900" dirty="0" err="1"/>
              <a:t>stalled</a:t>
            </a:r>
            <a:r>
              <a:rPr lang="ko-KR" altLang="ko-KR" sz="900" dirty="0"/>
              <a:t> </a:t>
            </a:r>
            <a:r>
              <a:rPr lang="ko-KR" altLang="ko-KR" sz="900" dirty="0" err="1"/>
              <a:t>in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1,340s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bargain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demand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foreign</a:t>
            </a:r>
            <a:r>
              <a:rPr lang="ko-KR" altLang="ko-KR" sz="900" dirty="0"/>
              <a:t> </a:t>
            </a:r>
            <a:r>
              <a:rPr lang="ko-KR" altLang="ko-KR" sz="900" dirty="0" err="1"/>
              <a:t>buying</a:t>
            </a:r>
            <a:r>
              <a:rPr lang="ko-KR" altLang="ko-KR" sz="900" dirty="0"/>
              <a:t> of USD </a:t>
            </a:r>
            <a:r>
              <a:rPr lang="ko-KR" altLang="ko-KR" sz="900" dirty="0" err="1"/>
              <a:t>futures</a:t>
            </a:r>
            <a:r>
              <a:rPr lang="ko-KR" altLang="ko-KR" sz="900" dirty="0"/>
              <a:t> </a:t>
            </a:r>
            <a:r>
              <a:rPr lang="ko-KR" altLang="ko-KR" sz="900" dirty="0" err="1"/>
              <a:t>provided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support</a:t>
            </a:r>
            <a:r>
              <a:rPr lang="ko-KR" altLang="ko-KR" sz="900" dirty="0"/>
              <a:t>. DXY </a:t>
            </a:r>
            <a:r>
              <a:rPr lang="ko-KR" altLang="ko-KR" sz="900" dirty="0" err="1"/>
              <a:t>then</a:t>
            </a:r>
            <a:r>
              <a:rPr lang="ko-KR" altLang="ko-KR" sz="900" dirty="0"/>
              <a:t> </a:t>
            </a:r>
            <a:r>
              <a:rPr lang="ko-KR" altLang="ko-KR" sz="900" dirty="0" err="1"/>
              <a:t>climbed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toward</a:t>
            </a:r>
            <a:r>
              <a:rPr lang="ko-KR" altLang="ko-KR" sz="900" dirty="0"/>
              <a:t> 100.7, </a:t>
            </a:r>
            <a:r>
              <a:rPr lang="ko-KR" altLang="ko-KR" sz="900" dirty="0" err="1"/>
              <a:t>pulling</a:t>
            </a:r>
            <a:r>
              <a:rPr lang="ko-KR" altLang="ko-KR" sz="900" dirty="0"/>
              <a:t> USD/KRW </a:t>
            </a:r>
            <a:r>
              <a:rPr lang="ko-KR" altLang="ko-KR" sz="900" dirty="0" err="1"/>
              <a:t>back</a:t>
            </a:r>
            <a:r>
              <a:rPr lang="ko-KR" altLang="ko-KR" sz="900" dirty="0"/>
              <a:t>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1,350 and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1,358.40 </a:t>
            </a:r>
            <a:r>
              <a:rPr lang="ko-KR" altLang="ko-KR" sz="900" dirty="0" err="1"/>
              <a:t>close</a:t>
            </a:r>
            <a:r>
              <a:rPr lang="ko-KR" altLang="ko-KR" sz="900" dirty="0"/>
              <a:t>. The </a:t>
            </a:r>
            <a:r>
              <a:rPr lang="ko-KR" altLang="ko-KR" sz="900" dirty="0" err="1"/>
              <a:t>reversal</a:t>
            </a:r>
            <a:r>
              <a:rPr lang="ko-KR" altLang="ko-KR" sz="900" dirty="0"/>
              <a:t> </a:t>
            </a:r>
            <a:r>
              <a:rPr lang="ko-KR" altLang="ko-KR" sz="900" dirty="0" err="1"/>
              <a:t>showed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that</a:t>
            </a:r>
            <a:r>
              <a:rPr lang="ko-KR" altLang="ko-KR" sz="900" dirty="0"/>
              <a:t> </a:t>
            </a:r>
            <a:r>
              <a:rPr lang="ko-KR" altLang="ko-KR" sz="900" dirty="0" err="1"/>
              <a:t>local</a:t>
            </a:r>
            <a:r>
              <a:rPr lang="ko-KR" altLang="ko-KR" sz="900" dirty="0"/>
              <a:t> </a:t>
            </a:r>
            <a:r>
              <a:rPr lang="ko-KR" altLang="ko-KR" sz="900" dirty="0" err="1"/>
              <a:t>supply</a:t>
            </a:r>
            <a:r>
              <a:rPr lang="ko-KR" altLang="ko-KR" sz="900" dirty="0"/>
              <a:t> </a:t>
            </a:r>
            <a:r>
              <a:rPr lang="ko-KR" altLang="ko-KR" sz="900" dirty="0" err="1"/>
              <a:t>remained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strong</a:t>
            </a:r>
            <a:r>
              <a:rPr lang="ko-KR" altLang="ko-KR" sz="900" dirty="0"/>
              <a:t>, </a:t>
            </a:r>
            <a:r>
              <a:rPr lang="ko-KR" altLang="ko-KR" sz="900" dirty="0" err="1"/>
              <a:t>but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pair</a:t>
            </a:r>
            <a:r>
              <a:rPr lang="ko-KR" altLang="ko-KR" sz="900" dirty="0"/>
              <a:t> </a:t>
            </a:r>
            <a:r>
              <a:rPr lang="ko-KR" altLang="ko-KR" sz="900" dirty="0" err="1"/>
              <a:t>was</a:t>
            </a:r>
            <a:r>
              <a:rPr lang="ko-KR" altLang="ko-KR" sz="900" dirty="0"/>
              <a:t> </a:t>
            </a:r>
            <a:r>
              <a:rPr lang="ko-KR" altLang="ko-KR" sz="900" dirty="0" err="1"/>
              <a:t>becoming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more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sensitive</a:t>
            </a:r>
            <a:r>
              <a:rPr lang="ko-KR" altLang="ko-KR" sz="900" dirty="0"/>
              <a:t> </a:t>
            </a:r>
            <a:r>
              <a:rPr lang="ko-KR" altLang="ko-KR" sz="900" dirty="0" err="1"/>
              <a:t>again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broader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backdrop</a:t>
            </a:r>
            <a:r>
              <a:rPr lang="ko-KR" altLang="ko-KR" sz="900" dirty="0"/>
              <a:t>.</a:t>
            </a:r>
            <a:endParaRPr lang="en-US" altLang="ko-KR" sz="900" dirty="0"/>
          </a:p>
          <a:p>
            <a:endParaRPr lang="ko-KR" altLang="ko-KR" sz="900" dirty="0"/>
          </a:p>
          <a:p>
            <a:r>
              <a:rPr lang="ko-KR" altLang="ko-KR" sz="900" b="1" dirty="0" err="1"/>
              <a:t>Sep</a:t>
            </a:r>
            <a:r>
              <a:rPr lang="ko-KR" altLang="ko-KR" sz="900" b="1" dirty="0"/>
              <a:t> 24 (</a:t>
            </a:r>
            <a:r>
              <a:rPr lang="ko-KR" altLang="ko-KR" sz="900" b="1" dirty="0" err="1"/>
              <a:t>Thu</a:t>
            </a:r>
            <a:r>
              <a:rPr lang="ko-KR" altLang="ko-KR" sz="900" b="1" dirty="0"/>
              <a:t>) — U.S. </a:t>
            </a:r>
            <a:r>
              <a:rPr lang="ko-KR" altLang="ko-KR" sz="900" b="1" dirty="0" err="1"/>
              <a:t>yield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shock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sends</a:t>
            </a:r>
            <a:r>
              <a:rPr lang="ko-KR" altLang="ko-KR" sz="900" b="1" dirty="0"/>
              <a:t> USD/KRW </a:t>
            </a:r>
            <a:r>
              <a:rPr lang="ko-KR" altLang="ko-KR" sz="900" b="1" dirty="0" err="1"/>
              <a:t>sharply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higher</a:t>
            </a:r>
            <a:r>
              <a:rPr lang="en-US" altLang="ko-KR" sz="900" b="1" dirty="0"/>
              <a:t>  (Korean holiday)</a:t>
            </a:r>
            <a:endParaRPr lang="ko-KR" altLang="ko-KR" sz="900" dirty="0"/>
          </a:p>
          <a:p>
            <a:r>
              <a:rPr lang="ko-KR" altLang="ko-KR" sz="900" dirty="0"/>
              <a:t>USD/KRW </a:t>
            </a:r>
            <a:r>
              <a:rPr lang="ko-KR" altLang="ko-KR" sz="900" dirty="0" err="1"/>
              <a:t>rose</a:t>
            </a:r>
            <a:r>
              <a:rPr lang="ko-KR" altLang="ko-KR" sz="900" dirty="0"/>
              <a:t> 7.60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1,366.00 </a:t>
            </a:r>
            <a:r>
              <a:rPr lang="ko-KR" altLang="ko-KR" sz="900" dirty="0" err="1"/>
              <a:t>after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briefly</a:t>
            </a:r>
            <a:r>
              <a:rPr lang="ko-KR" altLang="ko-KR" sz="900" dirty="0"/>
              <a:t> </a:t>
            </a:r>
            <a:r>
              <a:rPr lang="ko-KR" altLang="ko-KR" sz="900" dirty="0" err="1"/>
              <a:t>reaching</a:t>
            </a:r>
            <a:r>
              <a:rPr lang="ko-KR" altLang="ko-KR" sz="900" dirty="0"/>
              <a:t> 1,376.00 </a:t>
            </a:r>
            <a:r>
              <a:rPr lang="ko-KR" altLang="ko-KR" sz="900" dirty="0" err="1"/>
              <a:t>in</a:t>
            </a:r>
            <a:r>
              <a:rPr lang="ko-KR" altLang="ko-KR" sz="900" dirty="0"/>
              <a:t> </a:t>
            </a:r>
            <a:r>
              <a:rPr lang="ko-KR" altLang="ko-KR" sz="900" dirty="0" err="1"/>
              <a:t>thin</a:t>
            </a:r>
            <a:r>
              <a:rPr lang="ko-KR" altLang="ko-KR" sz="900" dirty="0"/>
              <a:t> </a:t>
            </a:r>
            <a:r>
              <a:rPr lang="ko-KR" altLang="ko-KR" sz="900" dirty="0" err="1"/>
              <a:t>holiday</a:t>
            </a:r>
            <a:r>
              <a:rPr lang="ko-KR" altLang="ko-KR" sz="900" dirty="0"/>
              <a:t> </a:t>
            </a:r>
            <a:r>
              <a:rPr lang="ko-KR" altLang="ko-KR" sz="900" dirty="0" err="1"/>
              <a:t>trading</a:t>
            </a:r>
            <a:r>
              <a:rPr lang="ko-KR" altLang="ko-KR" sz="900" dirty="0"/>
              <a:t>. </a:t>
            </a:r>
            <a:r>
              <a:rPr lang="ko-KR" altLang="ko-KR" sz="900" dirty="0" err="1"/>
              <a:t>September</a:t>
            </a:r>
            <a:r>
              <a:rPr lang="ko-KR" altLang="ko-KR" sz="900" dirty="0"/>
              <a:t> U.S. </a:t>
            </a:r>
            <a:r>
              <a:rPr lang="ko-KR" altLang="ko-KR" sz="900" dirty="0" err="1"/>
              <a:t>composite</a:t>
            </a:r>
            <a:r>
              <a:rPr lang="ko-KR" altLang="ko-KR" sz="900" dirty="0"/>
              <a:t> PMI </a:t>
            </a:r>
            <a:r>
              <a:rPr lang="ko-KR" altLang="ko-KR" sz="900" dirty="0" err="1"/>
              <a:t>jumped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58.4, </a:t>
            </a:r>
            <a:r>
              <a:rPr lang="ko-KR" altLang="ko-KR" sz="900" dirty="0" err="1"/>
              <a:t>oil</a:t>
            </a:r>
            <a:r>
              <a:rPr lang="ko-KR" altLang="ko-KR" sz="900" dirty="0"/>
              <a:t> </a:t>
            </a:r>
            <a:r>
              <a:rPr lang="ko-KR" altLang="ko-KR" sz="900" dirty="0" err="1"/>
              <a:t>rebounded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weak</a:t>
            </a:r>
            <a:r>
              <a:rPr lang="ko-KR" altLang="ko-KR" sz="900" dirty="0"/>
              <a:t> </a:t>
            </a:r>
            <a:r>
              <a:rPr lang="ko-KR" altLang="ko-KR" sz="900" dirty="0" err="1"/>
              <a:t>Treasury</a:t>
            </a:r>
            <a:r>
              <a:rPr lang="ko-KR" altLang="ko-KR" sz="900" dirty="0"/>
              <a:t> </a:t>
            </a:r>
            <a:r>
              <a:rPr lang="ko-KR" altLang="ko-KR" sz="900" dirty="0" err="1"/>
              <a:t>demand</a:t>
            </a:r>
            <a:r>
              <a:rPr lang="ko-KR" altLang="ko-KR" sz="900" dirty="0"/>
              <a:t> </a:t>
            </a:r>
            <a:r>
              <a:rPr lang="ko-KR" altLang="ko-KR" sz="900" dirty="0" err="1"/>
              <a:t>pushed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10-year </a:t>
            </a:r>
            <a:r>
              <a:rPr lang="ko-KR" altLang="ko-KR" sz="900" dirty="0" err="1"/>
              <a:t>yield</a:t>
            </a:r>
            <a:r>
              <a:rPr lang="ko-KR" altLang="ko-KR" sz="900" dirty="0"/>
              <a:t>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5.10%,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highest</a:t>
            </a:r>
            <a:r>
              <a:rPr lang="ko-KR" altLang="ko-KR" sz="900" dirty="0"/>
              <a:t> </a:t>
            </a:r>
            <a:r>
              <a:rPr lang="ko-KR" altLang="ko-KR" sz="900" dirty="0" err="1"/>
              <a:t>since</a:t>
            </a:r>
            <a:r>
              <a:rPr lang="ko-KR" altLang="ko-KR" sz="900" dirty="0"/>
              <a:t> 2007. DXY </a:t>
            </a:r>
            <a:r>
              <a:rPr lang="ko-KR" altLang="ko-KR" sz="900" dirty="0" err="1"/>
              <a:t>broke</a:t>
            </a:r>
            <a:r>
              <a:rPr lang="ko-KR" altLang="ko-KR" sz="900" dirty="0"/>
              <a:t>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101 and USD/JPY </a:t>
            </a:r>
            <a:r>
              <a:rPr lang="ko-KR" altLang="ko-KR" sz="900" dirty="0" err="1"/>
              <a:t>moved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into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158s, </a:t>
            </a:r>
            <a:r>
              <a:rPr lang="ko-KR" altLang="ko-KR" sz="900" dirty="0" err="1"/>
              <a:t>sharply</a:t>
            </a:r>
            <a:r>
              <a:rPr lang="ko-KR" altLang="ko-KR" sz="900" dirty="0"/>
              <a:t> </a:t>
            </a:r>
            <a:r>
              <a:rPr lang="ko-KR" altLang="ko-KR" sz="900" dirty="0" err="1"/>
              <a:t>tightening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financial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conditions</a:t>
            </a:r>
            <a:r>
              <a:rPr lang="ko-KR" altLang="ko-KR" sz="900" dirty="0"/>
              <a:t> </a:t>
            </a:r>
            <a:r>
              <a:rPr lang="ko-KR" altLang="ko-KR" sz="900" dirty="0" err="1"/>
              <a:t>across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region</a:t>
            </a:r>
            <a:r>
              <a:rPr lang="ko-KR" altLang="ko-KR" sz="900" dirty="0"/>
              <a:t>. The </a:t>
            </a:r>
            <a:r>
              <a:rPr lang="ko-KR" altLang="ko-KR" sz="900" dirty="0" err="1"/>
              <a:t>initial</a:t>
            </a:r>
            <a:r>
              <a:rPr lang="ko-KR" altLang="ko-KR" sz="900" dirty="0"/>
              <a:t> USD/KRW </a:t>
            </a:r>
            <a:r>
              <a:rPr lang="ko-KR" altLang="ko-KR" sz="900" dirty="0" err="1"/>
              <a:t>spike</a:t>
            </a:r>
            <a:r>
              <a:rPr lang="ko-KR" altLang="ko-KR" sz="900" dirty="0"/>
              <a:t> </a:t>
            </a:r>
            <a:r>
              <a:rPr lang="ko-KR" altLang="ko-KR" sz="900" dirty="0" err="1"/>
              <a:t>faded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follow-through</a:t>
            </a:r>
            <a:r>
              <a:rPr lang="ko-KR" altLang="ko-KR" sz="900" dirty="0"/>
              <a:t> </a:t>
            </a:r>
            <a:r>
              <a:rPr lang="ko-KR" altLang="ko-KR" sz="900" dirty="0" err="1"/>
              <a:t>buying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weakened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at</a:t>
            </a:r>
            <a:r>
              <a:rPr lang="ko-KR" altLang="ko-KR" sz="900" dirty="0"/>
              <a:t> </a:t>
            </a:r>
            <a:r>
              <a:rPr lang="ko-KR" altLang="ko-KR" sz="900" dirty="0" err="1"/>
              <a:t>higher</a:t>
            </a:r>
            <a:r>
              <a:rPr lang="ko-KR" altLang="ko-KR" sz="900" dirty="0"/>
              <a:t> </a:t>
            </a:r>
            <a:r>
              <a:rPr lang="ko-KR" altLang="ko-KR" sz="900" dirty="0" err="1"/>
              <a:t>levels</a:t>
            </a:r>
            <a:r>
              <a:rPr lang="ko-KR" altLang="ko-KR" sz="900" dirty="0"/>
              <a:t>, </a:t>
            </a:r>
            <a:r>
              <a:rPr lang="ko-KR" altLang="ko-KR" sz="900" dirty="0" err="1"/>
              <a:t>while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exporter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offers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firmer</a:t>
            </a:r>
            <a:r>
              <a:rPr lang="ko-KR" altLang="ko-KR" sz="900" dirty="0"/>
              <a:t> </a:t>
            </a:r>
            <a:r>
              <a:rPr lang="ko-KR" altLang="ko-KR" sz="900" dirty="0" err="1"/>
              <a:t>yen</a:t>
            </a:r>
            <a:r>
              <a:rPr lang="ko-KR" altLang="ko-KR" sz="900" dirty="0"/>
              <a:t> </a:t>
            </a:r>
            <a:r>
              <a:rPr lang="ko-KR" altLang="ko-KR" sz="900" dirty="0" err="1"/>
              <a:t>capped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move</a:t>
            </a:r>
            <a:r>
              <a:rPr lang="ko-KR" altLang="ko-KR" sz="900" dirty="0"/>
              <a:t>. </a:t>
            </a:r>
            <a:r>
              <a:rPr lang="ko-KR" altLang="ko-KR" sz="900" dirty="0" err="1"/>
              <a:t>Even</a:t>
            </a:r>
            <a:r>
              <a:rPr lang="ko-KR" altLang="ko-KR" sz="900" dirty="0"/>
              <a:t> </a:t>
            </a:r>
            <a:r>
              <a:rPr lang="ko-KR" altLang="ko-KR" sz="900" dirty="0" err="1"/>
              <a:t>so</a:t>
            </a:r>
            <a:r>
              <a:rPr lang="ko-KR" altLang="ko-KR" sz="900" dirty="0"/>
              <a:t>,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session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marked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clear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shift</a:t>
            </a:r>
            <a:r>
              <a:rPr lang="ko-KR" altLang="ko-KR" sz="900" dirty="0"/>
              <a:t> </a:t>
            </a:r>
            <a:r>
              <a:rPr lang="ko-KR" altLang="ko-KR" sz="900" dirty="0" err="1"/>
              <a:t>back</a:t>
            </a:r>
            <a:r>
              <a:rPr lang="ko-KR" altLang="ko-KR" sz="900" dirty="0"/>
              <a:t> </a:t>
            </a:r>
            <a:r>
              <a:rPr lang="ko-KR" altLang="ko-KR" sz="900" dirty="0" err="1"/>
              <a:t>toward</a:t>
            </a:r>
            <a:r>
              <a:rPr lang="ko-KR" altLang="ko-KR" sz="900" dirty="0"/>
              <a:t> </a:t>
            </a:r>
            <a:r>
              <a:rPr lang="ko-KR" altLang="ko-KR" sz="900" dirty="0" err="1"/>
              <a:t>rates-driven</a:t>
            </a:r>
            <a:r>
              <a:rPr lang="ko-KR" altLang="ko-KR" sz="900" dirty="0"/>
              <a:t>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strength</a:t>
            </a:r>
            <a:r>
              <a:rPr lang="ko-KR" altLang="ko-KR" sz="900" dirty="0"/>
              <a:t>.</a:t>
            </a:r>
            <a:endParaRPr lang="en-US" altLang="ko-KR" sz="900" dirty="0"/>
          </a:p>
          <a:p>
            <a:endParaRPr lang="ko-KR" altLang="ko-KR" sz="900" dirty="0"/>
          </a:p>
          <a:p>
            <a:r>
              <a:rPr lang="ko-KR" altLang="ko-KR" sz="900" b="1" dirty="0" err="1"/>
              <a:t>Sep</a:t>
            </a:r>
            <a:r>
              <a:rPr lang="ko-KR" altLang="ko-KR" sz="900" b="1" dirty="0"/>
              <a:t> 25 (</a:t>
            </a:r>
            <a:r>
              <a:rPr lang="ko-KR" altLang="ko-KR" sz="900" b="1" dirty="0" err="1"/>
              <a:t>Fri</a:t>
            </a:r>
            <a:r>
              <a:rPr lang="ko-KR" altLang="ko-KR" sz="900" b="1" dirty="0"/>
              <a:t>) — </a:t>
            </a:r>
            <a:r>
              <a:rPr lang="ko-KR" altLang="ko-KR" sz="900" b="1" dirty="0" err="1"/>
              <a:t>Yen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rebound</a:t>
            </a:r>
            <a:r>
              <a:rPr lang="ko-KR" altLang="ko-KR" sz="900" b="1" dirty="0"/>
              <a:t> and </a:t>
            </a:r>
            <a:r>
              <a:rPr lang="ko-KR" altLang="ko-KR" sz="900" b="1" dirty="0" err="1"/>
              <a:t>softer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oil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unwind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part</a:t>
            </a:r>
            <a:r>
              <a:rPr lang="ko-KR" altLang="ko-KR" sz="900" b="1" dirty="0"/>
              <a:t> of </a:t>
            </a:r>
            <a:r>
              <a:rPr lang="ko-KR" altLang="ko-KR" sz="900" b="1" dirty="0" err="1"/>
              <a:t>the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dollar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move</a:t>
            </a:r>
            <a:r>
              <a:rPr lang="en-US" altLang="ko-KR" sz="900" b="1" dirty="0"/>
              <a:t> (Korean holiday)</a:t>
            </a:r>
            <a:endParaRPr lang="ko-KR" altLang="ko-KR" sz="900" dirty="0"/>
          </a:p>
          <a:p>
            <a:r>
              <a:rPr lang="ko-KR" altLang="ko-KR" sz="900" dirty="0"/>
              <a:t>USD/KRW </a:t>
            </a:r>
            <a:r>
              <a:rPr lang="ko-KR" altLang="ko-KR" sz="900" dirty="0" err="1"/>
              <a:t>fell</a:t>
            </a:r>
            <a:r>
              <a:rPr lang="ko-KR" altLang="ko-KR" sz="900" dirty="0"/>
              <a:t> 8.50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1,357.50 </a:t>
            </a:r>
            <a:r>
              <a:rPr lang="ko-KR" altLang="ko-KR" sz="900" dirty="0" err="1"/>
              <a:t>after</a:t>
            </a:r>
            <a:r>
              <a:rPr lang="ko-KR" altLang="ko-KR" sz="900" dirty="0"/>
              <a:t> </a:t>
            </a:r>
            <a:r>
              <a:rPr lang="ko-KR" altLang="ko-KR" sz="900" dirty="0" err="1"/>
              <a:t>its</a:t>
            </a:r>
            <a:r>
              <a:rPr lang="ko-KR" altLang="ko-KR" sz="900" dirty="0"/>
              <a:t> </a:t>
            </a:r>
            <a:r>
              <a:rPr lang="ko-KR" altLang="ko-KR" sz="900" dirty="0" err="1"/>
              <a:t>first</a:t>
            </a:r>
            <a:r>
              <a:rPr lang="ko-KR" altLang="ko-KR" sz="900" dirty="0"/>
              <a:t> </a:t>
            </a:r>
            <a:r>
              <a:rPr lang="ko-KR" altLang="ko-KR" sz="900" dirty="0" err="1"/>
              <a:t>trade</a:t>
            </a:r>
            <a:r>
              <a:rPr lang="ko-KR" altLang="ko-KR" sz="900" dirty="0"/>
              <a:t> </a:t>
            </a:r>
            <a:r>
              <a:rPr lang="ko-KR" altLang="ko-KR" sz="900" dirty="0" err="1"/>
              <a:t>near</a:t>
            </a:r>
            <a:r>
              <a:rPr lang="ko-KR" altLang="ko-KR" sz="900" dirty="0"/>
              <a:t> 1,368.00. The </a:t>
            </a:r>
            <a:r>
              <a:rPr lang="ko-KR" altLang="ko-KR" sz="900" dirty="0" err="1"/>
              <a:t>dollar</a:t>
            </a:r>
            <a:r>
              <a:rPr lang="ko-KR" altLang="ko-KR" sz="900" dirty="0"/>
              <a:t> </a:t>
            </a:r>
            <a:r>
              <a:rPr lang="ko-KR" altLang="ko-KR" sz="900" dirty="0" err="1"/>
              <a:t>stayed</a:t>
            </a:r>
            <a:r>
              <a:rPr lang="ko-KR" altLang="ko-KR" sz="900" dirty="0"/>
              <a:t> </a:t>
            </a:r>
            <a:r>
              <a:rPr lang="ko-KR" altLang="ko-KR" sz="900" dirty="0" err="1"/>
              <a:t>firm</a:t>
            </a:r>
            <a:r>
              <a:rPr lang="ko-KR" altLang="ko-KR" sz="900" dirty="0"/>
              <a:t> </a:t>
            </a:r>
            <a:r>
              <a:rPr lang="ko-KR" altLang="ko-KR" sz="900" dirty="0" err="1"/>
              <a:t>early</a:t>
            </a:r>
            <a:r>
              <a:rPr lang="ko-KR" altLang="ko-KR" sz="900" dirty="0"/>
              <a:t>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U.S. 10-year </a:t>
            </a:r>
            <a:r>
              <a:rPr lang="ko-KR" altLang="ko-KR" sz="900" dirty="0" err="1"/>
              <a:t>yield</a:t>
            </a:r>
            <a:r>
              <a:rPr lang="ko-KR" altLang="ko-KR" sz="900" dirty="0"/>
              <a:t> </a:t>
            </a:r>
            <a:r>
              <a:rPr lang="ko-KR" altLang="ko-KR" sz="900" dirty="0" err="1"/>
              <a:t>pushed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through</a:t>
            </a:r>
            <a:r>
              <a:rPr lang="ko-KR" altLang="ko-KR" sz="900" dirty="0"/>
              <a:t> 5.20% and DXY </a:t>
            </a:r>
            <a:r>
              <a:rPr lang="ko-KR" altLang="ko-KR" sz="900" dirty="0" err="1"/>
              <a:t>held</a:t>
            </a:r>
            <a:r>
              <a:rPr lang="ko-KR" altLang="ko-KR" sz="900" dirty="0"/>
              <a:t> </a:t>
            </a:r>
            <a:r>
              <a:rPr lang="ko-KR" altLang="ko-KR" sz="900" dirty="0" err="1"/>
              <a:t>above</a:t>
            </a:r>
            <a:r>
              <a:rPr lang="ko-KR" altLang="ko-KR" sz="900" dirty="0"/>
              <a:t> 101. The </a:t>
            </a:r>
            <a:r>
              <a:rPr lang="ko-KR" altLang="ko-KR" sz="900" dirty="0" err="1"/>
              <a:t>yield</a:t>
            </a:r>
            <a:r>
              <a:rPr lang="ko-KR" altLang="ko-KR" sz="900" dirty="0"/>
              <a:t> </a:t>
            </a:r>
            <a:r>
              <a:rPr lang="ko-KR" altLang="ko-KR" sz="900" dirty="0" err="1"/>
              <a:t>surge</a:t>
            </a:r>
            <a:r>
              <a:rPr lang="ko-KR" altLang="ko-KR" sz="900" dirty="0"/>
              <a:t> </a:t>
            </a:r>
            <a:r>
              <a:rPr lang="ko-KR" altLang="ko-KR" sz="900" dirty="0" err="1"/>
              <a:t>increasingly</a:t>
            </a:r>
            <a:r>
              <a:rPr lang="ko-KR" altLang="ko-KR" sz="900" dirty="0"/>
              <a:t> </a:t>
            </a:r>
            <a:r>
              <a:rPr lang="ko-KR" altLang="ko-KR" sz="900" dirty="0" err="1"/>
              <a:t>looked</a:t>
            </a:r>
            <a:r>
              <a:rPr lang="ko-KR" altLang="ko-KR" sz="900" dirty="0"/>
              <a:t> </a:t>
            </a:r>
            <a:r>
              <a:rPr lang="ko-KR" altLang="ko-KR" sz="900" dirty="0" err="1"/>
              <a:t>like</a:t>
            </a:r>
            <a:r>
              <a:rPr lang="ko-KR" altLang="ko-KR" sz="900" dirty="0"/>
              <a:t>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real-rate</a:t>
            </a:r>
            <a:r>
              <a:rPr lang="ko-KR" altLang="ko-KR" sz="900" dirty="0"/>
              <a:t> </a:t>
            </a:r>
            <a:r>
              <a:rPr lang="ko-KR" altLang="ko-KR" sz="900" dirty="0" err="1"/>
              <a:t>repricing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tied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to</a:t>
            </a:r>
            <a:r>
              <a:rPr lang="ko-KR" altLang="ko-KR" sz="900" dirty="0"/>
              <a:t> </a:t>
            </a:r>
            <a:r>
              <a:rPr lang="ko-KR" altLang="ko-KR" sz="900" dirty="0" err="1"/>
              <a:t>firm</a:t>
            </a:r>
            <a:r>
              <a:rPr lang="ko-KR" altLang="ko-KR" sz="900" dirty="0"/>
              <a:t> </a:t>
            </a:r>
            <a:r>
              <a:rPr lang="ko-KR" altLang="ko-KR" sz="900" dirty="0" err="1"/>
              <a:t>growth</a:t>
            </a:r>
            <a:r>
              <a:rPr lang="ko-KR" altLang="ko-KR" sz="900" dirty="0"/>
              <a:t>, </a:t>
            </a:r>
            <a:r>
              <a:rPr lang="ko-KR" altLang="ko-KR" sz="900" dirty="0" err="1"/>
              <a:t>heavy</a:t>
            </a:r>
            <a:r>
              <a:rPr lang="ko-KR" altLang="ko-KR" sz="900" dirty="0"/>
              <a:t> </a:t>
            </a:r>
            <a:r>
              <a:rPr lang="ko-KR" altLang="ko-KR" sz="900" dirty="0" err="1"/>
              <a:t>technology</a:t>
            </a:r>
            <a:r>
              <a:rPr lang="ko-KR" altLang="ko-KR" sz="900" dirty="0"/>
              <a:t> </a:t>
            </a:r>
            <a:r>
              <a:rPr lang="ko-KR" altLang="ko-KR" sz="900" dirty="0" err="1"/>
              <a:t>investment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policy-rate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expectations</a:t>
            </a:r>
            <a:r>
              <a:rPr lang="ko-KR" altLang="ko-KR" sz="900" dirty="0"/>
              <a:t> </a:t>
            </a:r>
            <a:r>
              <a:rPr lang="ko-KR" altLang="ko-KR" sz="900" dirty="0" err="1"/>
              <a:t>rather</a:t>
            </a:r>
            <a:r>
              <a:rPr lang="ko-KR" altLang="ko-KR" sz="900" dirty="0"/>
              <a:t> </a:t>
            </a:r>
            <a:r>
              <a:rPr lang="ko-KR" altLang="ko-KR" sz="900" dirty="0" err="1"/>
              <a:t>than</a:t>
            </a:r>
            <a:r>
              <a:rPr lang="ko-KR" altLang="ko-KR" sz="900" dirty="0"/>
              <a:t> </a:t>
            </a:r>
            <a:r>
              <a:rPr lang="ko-KR" altLang="ko-KR" sz="900" dirty="0" err="1"/>
              <a:t>an</a:t>
            </a:r>
            <a:r>
              <a:rPr lang="ko-KR" altLang="ko-KR" sz="900" dirty="0"/>
              <a:t> </a:t>
            </a:r>
            <a:r>
              <a:rPr lang="ko-KR" altLang="ko-KR" sz="900" dirty="0" err="1"/>
              <a:t>unanchoring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inflation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expectations</a:t>
            </a:r>
            <a:r>
              <a:rPr lang="ko-KR" altLang="ko-KR" sz="900" dirty="0"/>
              <a:t>. </a:t>
            </a:r>
            <a:r>
              <a:rPr lang="ko-KR" altLang="ko-KR" sz="900" dirty="0" err="1"/>
              <a:t>Fiscal</a:t>
            </a:r>
            <a:r>
              <a:rPr lang="ko-KR" altLang="ko-KR" sz="900" dirty="0"/>
              <a:t> </a:t>
            </a:r>
            <a:r>
              <a:rPr lang="ko-KR" altLang="ko-KR" sz="900" dirty="0" err="1"/>
              <a:t>sustainability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concerns</a:t>
            </a:r>
            <a:r>
              <a:rPr lang="ko-KR" altLang="ko-KR" sz="900" dirty="0"/>
              <a:t> </a:t>
            </a:r>
            <a:r>
              <a:rPr lang="ko-KR" altLang="ko-KR" sz="900" dirty="0" err="1"/>
              <a:t>also</a:t>
            </a:r>
            <a:r>
              <a:rPr lang="ko-KR" altLang="ko-KR" sz="900" dirty="0"/>
              <a:t> </a:t>
            </a:r>
            <a:r>
              <a:rPr lang="ko-KR" altLang="ko-KR" sz="900" dirty="0" err="1"/>
              <a:t>remained</a:t>
            </a:r>
            <a:r>
              <a:rPr lang="ko-KR" altLang="ko-KR" sz="900" dirty="0"/>
              <a:t> </a:t>
            </a:r>
            <a:r>
              <a:rPr lang="ko-KR" altLang="ko-KR" sz="900" dirty="0" err="1"/>
              <a:t>an</a:t>
            </a:r>
            <a:r>
              <a:rPr lang="ko-KR" altLang="ko-KR" sz="900" dirty="0"/>
              <a:t> </a:t>
            </a:r>
            <a:r>
              <a:rPr lang="ko-KR" altLang="ko-KR" sz="900" dirty="0" err="1"/>
              <a:t>additional</a:t>
            </a:r>
            <a:r>
              <a:rPr lang="ko-KR" altLang="ko-KR" sz="900" dirty="0"/>
              <a:t> </a:t>
            </a:r>
            <a:r>
              <a:rPr lang="ko-KR" altLang="ko-KR" sz="900" dirty="0" err="1"/>
              <a:t>source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pressure</a:t>
            </a:r>
            <a:r>
              <a:rPr lang="ko-KR" altLang="ko-KR" sz="900" dirty="0"/>
              <a:t> </a:t>
            </a:r>
            <a:r>
              <a:rPr lang="ko-KR" altLang="ko-KR" sz="900" dirty="0" err="1"/>
              <a:t>on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long</a:t>
            </a:r>
            <a:r>
              <a:rPr lang="ko-KR" altLang="ko-KR" sz="900" dirty="0"/>
              <a:t> </a:t>
            </a:r>
            <a:r>
              <a:rPr lang="ko-KR" altLang="ko-KR" sz="900" dirty="0" err="1"/>
              <a:t>end</a:t>
            </a:r>
            <a:r>
              <a:rPr lang="ko-KR" altLang="ko-KR" sz="900" dirty="0"/>
              <a:t>. </a:t>
            </a:r>
            <a:r>
              <a:rPr lang="ko-KR" altLang="ko-KR" sz="900" dirty="0" err="1"/>
              <a:t>A</a:t>
            </a:r>
            <a:r>
              <a:rPr lang="ko-KR" altLang="ko-KR" sz="900" dirty="0"/>
              <a:t> </a:t>
            </a:r>
            <a:r>
              <a:rPr lang="ko-KR" altLang="ko-KR" sz="900" dirty="0" err="1"/>
              <a:t>Japan</a:t>
            </a:r>
            <a:r>
              <a:rPr lang="ko-KR" altLang="ko-KR" sz="900" dirty="0"/>
              <a:t>-U.S. </a:t>
            </a:r>
            <a:r>
              <a:rPr lang="ko-KR" altLang="ko-KR" sz="900" dirty="0" err="1"/>
              <a:t>finance</a:t>
            </a:r>
            <a:r>
              <a:rPr lang="ko-KR" altLang="ko-KR" sz="900" dirty="0"/>
              <a:t> </a:t>
            </a:r>
            <a:r>
              <a:rPr lang="ko-KR" altLang="ko-KR" sz="900" dirty="0" err="1"/>
              <a:t>call</a:t>
            </a:r>
            <a:r>
              <a:rPr lang="ko-KR" altLang="ko-KR" sz="900" dirty="0"/>
              <a:t> </a:t>
            </a:r>
            <a:r>
              <a:rPr lang="ko-KR" altLang="ko-KR" sz="900" dirty="0" err="1"/>
              <a:t>reinforced</a:t>
            </a:r>
            <a:r>
              <a:rPr lang="ko-KR" altLang="ko-KR" sz="900" dirty="0"/>
              <a:t> </a:t>
            </a:r>
            <a:r>
              <a:rPr lang="ko-KR" altLang="ko-KR" sz="900" dirty="0" err="1"/>
              <a:t>concern</a:t>
            </a:r>
            <a:r>
              <a:rPr lang="ko-KR" altLang="ko-KR" sz="900" dirty="0"/>
              <a:t> </a:t>
            </a:r>
            <a:r>
              <a:rPr lang="ko-KR" altLang="ko-KR" sz="900" dirty="0" err="1"/>
              <a:t>over</a:t>
            </a:r>
            <a:r>
              <a:rPr lang="ko-KR" altLang="ko-KR" sz="900" dirty="0"/>
              <a:t> </a:t>
            </a:r>
            <a:r>
              <a:rPr lang="ko-KR" altLang="ko-KR" sz="900" dirty="0" err="1"/>
              <a:t>yen</a:t>
            </a:r>
            <a:r>
              <a:rPr lang="ko-KR" altLang="ko-KR" sz="900" dirty="0"/>
              <a:t> </a:t>
            </a:r>
            <a:r>
              <a:rPr lang="ko-KR" altLang="ko-KR" sz="900" dirty="0" err="1"/>
              <a:t>undervaluation</a:t>
            </a:r>
            <a:r>
              <a:rPr lang="ko-KR" altLang="ko-KR" sz="900" dirty="0"/>
              <a:t>, </a:t>
            </a:r>
            <a:r>
              <a:rPr lang="ko-KR" altLang="ko-KR" sz="900" dirty="0" err="1"/>
              <a:t>lifting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intervention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risk</a:t>
            </a:r>
            <a:r>
              <a:rPr lang="ko-KR" altLang="ko-KR" sz="900" dirty="0"/>
              <a:t> and </a:t>
            </a:r>
            <a:r>
              <a:rPr lang="ko-KR" altLang="ko-KR" sz="900" dirty="0" err="1"/>
              <a:t>sending</a:t>
            </a:r>
            <a:r>
              <a:rPr lang="ko-KR" altLang="ko-KR" sz="900" dirty="0"/>
              <a:t> USD/JPY </a:t>
            </a:r>
            <a:r>
              <a:rPr lang="ko-KR" altLang="ko-KR" sz="900" dirty="0" err="1"/>
              <a:t>down</a:t>
            </a:r>
            <a:r>
              <a:rPr lang="ko-KR" altLang="ko-KR" sz="900" dirty="0"/>
              <a:t> </a:t>
            </a:r>
            <a:r>
              <a:rPr lang="ko-KR" altLang="ko-KR" sz="900" dirty="0" err="1"/>
              <a:t>by</a:t>
            </a:r>
            <a:r>
              <a:rPr lang="ko-KR" altLang="ko-KR" sz="900" dirty="0"/>
              <a:t> </a:t>
            </a:r>
            <a:r>
              <a:rPr lang="ko-KR" altLang="ko-KR" sz="900" dirty="0" err="1"/>
              <a:t>nearly</a:t>
            </a:r>
            <a:r>
              <a:rPr lang="ko-KR" altLang="ko-KR" sz="900" dirty="0"/>
              <a:t> 2 </a:t>
            </a:r>
            <a:r>
              <a:rPr lang="ko-KR" altLang="ko-KR" sz="900" dirty="0" err="1"/>
              <a:t>yen</a:t>
            </a:r>
            <a:r>
              <a:rPr lang="ko-KR" altLang="ko-KR" sz="900" dirty="0"/>
              <a:t> </a:t>
            </a:r>
            <a:r>
              <a:rPr lang="ko-KR" altLang="ko-KR" sz="900" dirty="0" err="1"/>
              <a:t>from</a:t>
            </a:r>
            <a:r>
              <a:rPr lang="ko-KR" altLang="ko-KR" sz="900" dirty="0"/>
              <a:t> </a:t>
            </a:r>
            <a:r>
              <a:rPr lang="ko-KR" altLang="ko-KR" sz="900" dirty="0" err="1"/>
              <a:t>its</a:t>
            </a:r>
            <a:r>
              <a:rPr lang="ko-KR" altLang="ko-KR" sz="900" dirty="0"/>
              <a:t> </a:t>
            </a:r>
            <a:r>
              <a:rPr lang="ko-KR" altLang="ko-KR" sz="900" dirty="0" err="1"/>
              <a:t>intraday</a:t>
            </a:r>
            <a:r>
              <a:rPr lang="ko-KR" altLang="ko-KR" sz="900" dirty="0"/>
              <a:t> </a:t>
            </a:r>
            <a:r>
              <a:rPr lang="ko-KR" altLang="ko-KR" sz="900" dirty="0" err="1"/>
              <a:t>high</a:t>
            </a:r>
            <a:r>
              <a:rPr lang="ko-KR" altLang="ko-KR" sz="900" dirty="0"/>
              <a:t>. Oil </a:t>
            </a:r>
            <a:r>
              <a:rPr lang="ko-KR" altLang="ko-KR" sz="900" dirty="0" err="1"/>
              <a:t>also</a:t>
            </a:r>
            <a:r>
              <a:rPr lang="ko-KR" altLang="ko-KR" sz="900" dirty="0"/>
              <a:t> </a:t>
            </a:r>
            <a:r>
              <a:rPr lang="ko-KR" altLang="ko-KR" sz="900" dirty="0" err="1"/>
              <a:t>reversed</a:t>
            </a:r>
            <a:r>
              <a:rPr lang="ko-KR" altLang="ko-KR" sz="900" dirty="0"/>
              <a:t> </a:t>
            </a:r>
            <a:r>
              <a:rPr lang="ko-KR" altLang="ko-KR" sz="900" dirty="0" err="1"/>
              <a:t>lower</a:t>
            </a:r>
            <a:r>
              <a:rPr lang="ko-KR" altLang="ko-KR" sz="900" dirty="0"/>
              <a:t> </a:t>
            </a:r>
            <a:r>
              <a:rPr lang="ko-KR" altLang="ko-KR" sz="900" dirty="0" err="1"/>
              <a:t>as</a:t>
            </a:r>
            <a:r>
              <a:rPr lang="ko-KR" altLang="ko-KR" sz="900" dirty="0"/>
              <a:t> </a:t>
            </a:r>
            <a:r>
              <a:rPr lang="ko-KR" altLang="ko-KR" sz="900" dirty="0" err="1"/>
              <a:t>renewed</a:t>
            </a:r>
            <a:r>
              <a:rPr lang="ko-KR" altLang="ko-KR" sz="900" dirty="0"/>
              <a:t> </a:t>
            </a:r>
            <a:r>
              <a:rPr lang="ko-KR" altLang="ko-KR" sz="900" dirty="0" err="1"/>
              <a:t>hopes</a:t>
            </a:r>
            <a:r>
              <a:rPr lang="ko-KR" altLang="ko-KR" sz="900" dirty="0"/>
              <a:t> </a:t>
            </a:r>
            <a:r>
              <a:rPr lang="ko-KR" altLang="ko-KR" sz="900" dirty="0" err="1"/>
              <a:t>for</a:t>
            </a:r>
            <a:r>
              <a:rPr lang="ko-KR" altLang="ko-KR" sz="900" dirty="0"/>
              <a:t> </a:t>
            </a:r>
            <a:r>
              <a:rPr lang="ko-KR" altLang="ko-KR" sz="900" dirty="0" err="1"/>
              <a:t>reopening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Strait</a:t>
            </a:r>
            <a:r>
              <a:rPr lang="ko-KR" altLang="ko-KR" sz="900" dirty="0"/>
              <a:t> of </a:t>
            </a:r>
            <a:r>
              <a:rPr lang="ko-KR" altLang="ko-KR" sz="900" dirty="0" err="1"/>
              <a:t>Hormuz</a:t>
            </a:r>
            <a:r>
              <a:rPr lang="ko-KR" altLang="ko-KR" sz="900" dirty="0"/>
              <a:t> </a:t>
            </a:r>
            <a:r>
              <a:rPr lang="ko-KR" altLang="ko-KR" sz="900" dirty="0" err="1"/>
              <a:t>improved</a:t>
            </a:r>
            <a:r>
              <a:rPr lang="ko-KR" altLang="ko-KR" sz="900" dirty="0"/>
              <a:t>. USD/KRW </a:t>
            </a:r>
            <a:r>
              <a:rPr lang="ko-KR" altLang="ko-KR" sz="900" dirty="0" err="1"/>
              <a:t>ended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week</a:t>
            </a:r>
            <a:r>
              <a:rPr lang="ko-KR" altLang="ko-KR" sz="900" dirty="0"/>
              <a:t> 28.50 </a:t>
            </a:r>
            <a:r>
              <a:rPr lang="ko-KR" altLang="ko-KR" sz="900" dirty="0" err="1"/>
              <a:t>won</a:t>
            </a:r>
            <a:r>
              <a:rPr lang="ko-KR" altLang="ko-KR" sz="900" dirty="0"/>
              <a:t> </a:t>
            </a:r>
            <a:r>
              <a:rPr lang="ko-KR" altLang="ko-KR" sz="900" dirty="0" err="1"/>
              <a:t>below</a:t>
            </a:r>
            <a:r>
              <a:rPr lang="ko-KR" altLang="ko-KR" sz="900" dirty="0"/>
              <a:t> </a:t>
            </a:r>
            <a:r>
              <a:rPr lang="ko-KR" altLang="ko-KR" sz="900" dirty="0" err="1"/>
              <a:t>the</a:t>
            </a:r>
            <a:r>
              <a:rPr lang="ko-KR" altLang="ko-KR" sz="900" dirty="0"/>
              <a:t> </a:t>
            </a:r>
            <a:r>
              <a:rPr lang="ko-KR" altLang="ko-KR" sz="900" dirty="0" err="1"/>
              <a:t>prior</a:t>
            </a:r>
            <a:r>
              <a:rPr lang="ko-KR" altLang="ko-KR" sz="900" dirty="0"/>
              <a:t> </a:t>
            </a:r>
            <a:r>
              <a:rPr lang="ko-KR" altLang="ko-KR" sz="900" dirty="0" err="1"/>
              <a:t>Friday</a:t>
            </a:r>
            <a:r>
              <a:rPr lang="ko-KR" altLang="ko-KR" sz="900" dirty="0"/>
              <a:t>, </a:t>
            </a:r>
            <a:r>
              <a:rPr lang="ko-KR" altLang="ko-KR" sz="900" dirty="0" err="1"/>
              <a:t>while</a:t>
            </a:r>
            <a:r>
              <a:rPr lang="ko-KR" altLang="ko-KR" sz="900" dirty="0"/>
              <a:t> </a:t>
            </a:r>
            <a:r>
              <a:rPr lang="ko-KR" altLang="ko-KR" sz="900" dirty="0" err="1"/>
              <a:t>elevated</a:t>
            </a:r>
            <a:r>
              <a:rPr lang="ko-KR" altLang="ko-KR" sz="900" dirty="0"/>
              <a:t> </a:t>
            </a:r>
            <a:r>
              <a:rPr lang="ko-KR" altLang="ko-KR" sz="900" dirty="0" err="1"/>
              <a:t>bond</a:t>
            </a:r>
            <a:r>
              <a:rPr lang="ko-KR" altLang="ko-KR" sz="900" dirty="0"/>
              <a:t> </a:t>
            </a:r>
            <a:r>
              <a:rPr lang="ko-KR" altLang="ko-KR" sz="900" dirty="0" err="1"/>
              <a:t>volatility</a:t>
            </a:r>
            <a:r>
              <a:rPr lang="ko-KR" altLang="ko-KR" sz="900" dirty="0"/>
              <a:t> </a:t>
            </a:r>
            <a:r>
              <a:rPr lang="ko-KR" altLang="ko-KR" sz="900" dirty="0" err="1"/>
              <a:t>kept</a:t>
            </a:r>
            <a:r>
              <a:rPr lang="ko-KR" altLang="ko-KR" sz="900" dirty="0"/>
              <a:t> </a:t>
            </a:r>
            <a:r>
              <a:rPr lang="ko-KR" altLang="ko-KR" sz="900" dirty="0" err="1"/>
              <a:t>carry-position</a:t>
            </a:r>
            <a:r>
              <a:rPr lang="ko-KR" altLang="ko-KR" sz="900" dirty="0"/>
              <a:t> </a:t>
            </a:r>
            <a:r>
              <a:rPr lang="ko-KR" altLang="ko-KR" sz="900" dirty="0" err="1"/>
              <a:t>deleveraging</a:t>
            </a:r>
            <a:r>
              <a:rPr lang="ko-KR" altLang="ko-KR" sz="900" dirty="0"/>
              <a:t> </a:t>
            </a:r>
            <a:r>
              <a:rPr lang="ko-KR" altLang="ko-KR" sz="900" dirty="0" err="1"/>
              <a:t>risk</a:t>
            </a:r>
            <a:r>
              <a:rPr lang="ko-KR" altLang="ko-KR" sz="900" dirty="0"/>
              <a:t> </a:t>
            </a:r>
            <a:r>
              <a:rPr lang="ko-KR" altLang="ko-KR" sz="900" dirty="0" err="1"/>
              <a:t>in</a:t>
            </a:r>
            <a:r>
              <a:rPr lang="ko-KR" altLang="ko-KR" sz="900" dirty="0"/>
              <a:t> </a:t>
            </a:r>
            <a:r>
              <a:rPr lang="ko-KR" altLang="ko-KR" sz="900" dirty="0" err="1"/>
              <a:t>focus</a:t>
            </a:r>
            <a:r>
              <a:rPr lang="ko-KR" altLang="ko-KR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47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9F8D-2D25-48BF-D649-05FB3E4C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Regional Performance – East Asia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54B82E-5E21-568F-2D9E-A253792EB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Calibri (본문)"/>
              </a:rPr>
              <a:t>FICC-Currency</a:t>
            </a:r>
            <a:endParaRPr kumimoji="1" lang="ko-KR" altLang="en-US" dirty="0">
              <a:latin typeface="Calibri (본문)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D64E70-54D8-0D82-D667-36EB12811D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1899" y="1241744"/>
            <a:ext cx="8640762" cy="231643"/>
          </a:xfrm>
        </p:spPr>
        <p:txBody>
          <a:bodyPr/>
          <a:lstStyle/>
          <a:p>
            <a:r>
              <a:rPr lang="en-US" altLang="ko-KR" dirty="0"/>
              <a:t>Weekly Performance Heatmap &amp; Overview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DBFA292-509F-F3B2-EA97-70BCA7F26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KRX, SMB, Yahoo Finance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2EA9B9-D06D-9D7E-D498-8BF78A7E9628}"/>
              </a:ext>
            </a:extLst>
          </p:cNvPr>
          <p:cNvSpPr/>
          <p:nvPr/>
        </p:nvSpPr>
        <p:spPr>
          <a:xfrm>
            <a:off x="2299871" y="5033690"/>
            <a:ext cx="216000" cy="712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5B6C0986-EE1E-3A29-2FC4-1AA167E0595D}"/>
              </a:ext>
            </a:extLst>
          </p:cNvPr>
          <p:cNvSpPr/>
          <p:nvPr/>
        </p:nvSpPr>
        <p:spPr>
          <a:xfrm>
            <a:off x="1657551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99EB865-8CF2-CB46-253D-77F4B998903F}"/>
              </a:ext>
            </a:extLst>
          </p:cNvPr>
          <p:cNvSpPr/>
          <p:nvPr/>
        </p:nvSpPr>
        <p:spPr>
          <a:xfrm>
            <a:off x="1019761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A31BAF-C077-3AC9-2674-C1F8BA4A9991}"/>
              </a:ext>
            </a:extLst>
          </p:cNvPr>
          <p:cNvSpPr/>
          <p:nvPr/>
        </p:nvSpPr>
        <p:spPr>
          <a:xfrm>
            <a:off x="2083614" y="5033690"/>
            <a:ext cx="216000" cy="71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A76419-A627-CDB2-4023-104C6AC0CA3A}"/>
              </a:ext>
            </a:extLst>
          </p:cNvPr>
          <p:cNvSpPr/>
          <p:nvPr/>
        </p:nvSpPr>
        <p:spPr>
          <a:xfrm>
            <a:off x="778433" y="5033690"/>
            <a:ext cx="241200" cy="7128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7BF5A6-AA63-E443-2ACA-91FD3C5B7E4E}"/>
              </a:ext>
            </a:extLst>
          </p:cNvPr>
          <p:cNvSpPr/>
          <p:nvPr/>
        </p:nvSpPr>
        <p:spPr>
          <a:xfrm>
            <a:off x="2731871" y="5033690"/>
            <a:ext cx="216000" cy="71283"/>
          </a:xfrm>
          <a:prstGeom prst="rect">
            <a:avLst/>
          </a:prstGeom>
          <a:solidFill>
            <a:srgbClr val="F6BD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F9DBF0F8-A196-EF7E-E6FC-877FF93F6952}"/>
              </a:ext>
            </a:extLst>
          </p:cNvPr>
          <p:cNvSpPr/>
          <p:nvPr/>
        </p:nvSpPr>
        <p:spPr>
          <a:xfrm>
            <a:off x="3163416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F0747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F606FCD9-5683-3934-C49F-35871C0CDCCA}"/>
              </a:ext>
            </a:extLst>
          </p:cNvPr>
          <p:cNvSpPr/>
          <p:nvPr/>
        </p:nvSpPr>
        <p:spPr>
          <a:xfrm>
            <a:off x="3589783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EA4C4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AC7D6F-BB3E-ADED-1F21-26C2BD0331D6}"/>
              </a:ext>
            </a:extLst>
          </p:cNvPr>
          <p:cNvSpPr/>
          <p:nvPr/>
        </p:nvSpPr>
        <p:spPr>
          <a:xfrm>
            <a:off x="2948128" y="5033690"/>
            <a:ext cx="216000" cy="71283"/>
          </a:xfrm>
          <a:prstGeom prst="rect">
            <a:avLst/>
          </a:prstGeom>
          <a:solidFill>
            <a:srgbClr val="F1959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15CD61-235A-A317-C39B-0516200A2A15}"/>
              </a:ext>
            </a:extLst>
          </p:cNvPr>
          <p:cNvSpPr/>
          <p:nvPr/>
        </p:nvSpPr>
        <p:spPr>
          <a:xfrm>
            <a:off x="4201664" y="5033690"/>
            <a:ext cx="241071" cy="71283"/>
          </a:xfrm>
          <a:prstGeom prst="rect">
            <a:avLst/>
          </a:prstGeom>
          <a:solidFill>
            <a:srgbClr val="DC1C1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36AA8-D5E5-67E8-9073-9136E7F20739}"/>
              </a:ext>
            </a:extLst>
          </p:cNvPr>
          <p:cNvSpPr txBox="1"/>
          <p:nvPr/>
        </p:nvSpPr>
        <p:spPr>
          <a:xfrm>
            <a:off x="2801351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0.5%</a:t>
            </a:r>
            <a:endParaRPr lang="ko-KR" altLang="en-US" sz="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A32EA-EDD7-5D28-D8DA-4E3621D06FD0}"/>
              </a:ext>
            </a:extLst>
          </p:cNvPr>
          <p:cNvSpPr txBox="1"/>
          <p:nvPr/>
        </p:nvSpPr>
        <p:spPr>
          <a:xfrm>
            <a:off x="3003647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1.0%</a:t>
            </a:r>
            <a:endParaRPr lang="ko-KR" altLang="en-US" sz="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30A42-5F36-EDF1-1E96-04AF48EE2835}"/>
              </a:ext>
            </a:extLst>
          </p:cNvPr>
          <p:cNvSpPr txBox="1"/>
          <p:nvPr/>
        </p:nvSpPr>
        <p:spPr>
          <a:xfrm>
            <a:off x="3410955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2.0%</a:t>
            </a:r>
            <a:endParaRPr lang="ko-KR" altLang="en-US" sz="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7FEF3-5F90-0796-C6C1-8EBAC5D77367}"/>
              </a:ext>
            </a:extLst>
          </p:cNvPr>
          <p:cNvSpPr txBox="1"/>
          <p:nvPr/>
        </p:nvSpPr>
        <p:spPr>
          <a:xfrm>
            <a:off x="4069835" y="4888572"/>
            <a:ext cx="29321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3.5%</a:t>
            </a:r>
            <a:endParaRPr lang="ko-KR" altLang="en-US" sz="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8BF11-9642-66EC-BEC5-901CEEF4F1F8}"/>
              </a:ext>
            </a:extLst>
          </p:cNvPr>
          <p:cNvSpPr txBox="1"/>
          <p:nvPr/>
        </p:nvSpPr>
        <p:spPr>
          <a:xfrm>
            <a:off x="195104" y="4976998"/>
            <a:ext cx="9676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Volatility Scale</a:t>
            </a:r>
            <a:endParaRPr lang="ko-KR" altLang="en-US" sz="600" i="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5E1A39-3DD8-A645-F112-BE58E234B874}"/>
              </a:ext>
            </a:extLst>
          </p:cNvPr>
          <p:cNvSpPr/>
          <p:nvPr/>
        </p:nvSpPr>
        <p:spPr>
          <a:xfrm>
            <a:off x="2515871" y="5033690"/>
            <a:ext cx="216000" cy="7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01F0387-682C-2B19-01A3-8ED1DC66000C}"/>
              </a:ext>
            </a:extLst>
          </p:cNvPr>
          <p:cNvCxnSpPr>
            <a:cxnSpLocks/>
          </p:cNvCxnSpPr>
          <p:nvPr/>
        </p:nvCxnSpPr>
        <p:spPr>
          <a:xfrm>
            <a:off x="1019633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AEC5ABE-2D96-75F8-8EA7-84F45256294A}"/>
              </a:ext>
            </a:extLst>
          </p:cNvPr>
          <p:cNvCxnSpPr>
            <a:cxnSpLocks/>
          </p:cNvCxnSpPr>
          <p:nvPr/>
        </p:nvCxnSpPr>
        <p:spPr>
          <a:xfrm>
            <a:off x="1660727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17E12E8-EB0D-A892-E7B6-CE9B43DA8993}"/>
              </a:ext>
            </a:extLst>
          </p:cNvPr>
          <p:cNvCxnSpPr>
            <a:cxnSpLocks/>
          </p:cNvCxnSpPr>
          <p:nvPr/>
        </p:nvCxnSpPr>
        <p:spPr>
          <a:xfrm>
            <a:off x="2083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F40CEF1-14A8-2447-F9B3-BE18BBB26A10}"/>
              </a:ext>
            </a:extLst>
          </p:cNvPr>
          <p:cNvCxnSpPr>
            <a:cxnSpLocks/>
          </p:cNvCxnSpPr>
          <p:nvPr/>
        </p:nvCxnSpPr>
        <p:spPr>
          <a:xfrm>
            <a:off x="2299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ED34F21-56FC-03D9-8A59-1381EBA1B1D1}"/>
              </a:ext>
            </a:extLst>
          </p:cNvPr>
          <p:cNvCxnSpPr>
            <a:cxnSpLocks/>
          </p:cNvCxnSpPr>
          <p:nvPr/>
        </p:nvCxnSpPr>
        <p:spPr>
          <a:xfrm>
            <a:off x="294787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6F203E8-78B8-4B7C-CECD-DB9547C925F4}"/>
              </a:ext>
            </a:extLst>
          </p:cNvPr>
          <p:cNvCxnSpPr>
            <a:cxnSpLocks/>
          </p:cNvCxnSpPr>
          <p:nvPr/>
        </p:nvCxnSpPr>
        <p:spPr>
          <a:xfrm>
            <a:off x="31638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085CEE6-354A-BEB4-AC02-FC49B71645AF}"/>
              </a:ext>
            </a:extLst>
          </p:cNvPr>
          <p:cNvCxnSpPr>
            <a:cxnSpLocks/>
          </p:cNvCxnSpPr>
          <p:nvPr/>
        </p:nvCxnSpPr>
        <p:spPr>
          <a:xfrm>
            <a:off x="359018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5DDAB3D-2EFC-D87B-66D8-BE27EBA24392}"/>
              </a:ext>
            </a:extLst>
          </p:cNvPr>
          <p:cNvCxnSpPr>
            <a:cxnSpLocks/>
          </p:cNvCxnSpPr>
          <p:nvPr/>
        </p:nvCxnSpPr>
        <p:spPr>
          <a:xfrm>
            <a:off x="420166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E60E4FD-6DA0-D2A0-804C-69327CA6ED6A}"/>
              </a:ext>
            </a:extLst>
          </p:cNvPr>
          <p:cNvCxnSpPr>
            <a:cxnSpLocks/>
          </p:cNvCxnSpPr>
          <p:nvPr/>
        </p:nvCxnSpPr>
        <p:spPr>
          <a:xfrm>
            <a:off x="3590181" y="4993302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2E1505A-6318-FB26-1772-92D3D9474C34}"/>
              </a:ext>
            </a:extLst>
          </p:cNvPr>
          <p:cNvSpPr txBox="1"/>
          <p:nvPr/>
        </p:nvSpPr>
        <p:spPr>
          <a:xfrm>
            <a:off x="2142216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- 0.5%</a:t>
            </a:r>
            <a:endParaRPr lang="ko-KR" altLang="en-US" sz="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413309-8E7B-A8ED-4F8D-89F7CDA2962F}"/>
              </a:ext>
            </a:extLst>
          </p:cNvPr>
          <p:cNvSpPr txBox="1"/>
          <p:nvPr/>
        </p:nvSpPr>
        <p:spPr>
          <a:xfrm>
            <a:off x="1913860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-1.0%</a:t>
            </a:r>
            <a:endParaRPr lang="ko-KR" altLang="en-US" sz="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CA24FE-557B-2D85-262B-A410B3ED34A9}"/>
              </a:ext>
            </a:extLst>
          </p:cNvPr>
          <p:cNvSpPr txBox="1"/>
          <p:nvPr/>
        </p:nvSpPr>
        <p:spPr>
          <a:xfrm>
            <a:off x="1470322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-2.0%</a:t>
            </a:r>
            <a:endParaRPr lang="ko-KR" altLang="en-US" sz="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0DB22E-CC94-7AFE-5AE6-EE62C5DA927E}"/>
              </a:ext>
            </a:extLst>
          </p:cNvPr>
          <p:cNvSpPr txBox="1"/>
          <p:nvPr/>
        </p:nvSpPr>
        <p:spPr>
          <a:xfrm>
            <a:off x="872949" y="4888572"/>
            <a:ext cx="3212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-3.5%</a:t>
            </a:r>
            <a:endParaRPr lang="ko-KR" altLang="en-US" sz="400" dirty="0"/>
          </a:p>
        </p:txBody>
      </p:sp>
      <p:grpSp>
        <p:nvGrpSpPr>
          <p:cNvPr id="38" name="Group 290">
            <a:extLst>
              <a:ext uri="{FF2B5EF4-FFF2-40B4-BE49-F238E27FC236}">
                <a16:creationId xmlns:a16="http://schemas.microsoft.com/office/drawing/2014/main" id="{5C8A000B-AE1F-CFA0-2303-5F87C0C55D82}"/>
              </a:ext>
            </a:extLst>
          </p:cNvPr>
          <p:cNvGrpSpPr/>
          <p:nvPr/>
        </p:nvGrpSpPr>
        <p:grpSpPr>
          <a:xfrm>
            <a:off x="2397493" y="1531830"/>
            <a:ext cx="4349014" cy="3083139"/>
            <a:chOff x="3955021" y="1408281"/>
            <a:chExt cx="3211470" cy="2011581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70D68304-79D6-FA91-6160-AC5F39122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021" y="1408281"/>
              <a:ext cx="2744845" cy="1913550"/>
            </a:xfrm>
            <a:custGeom>
              <a:avLst/>
              <a:gdLst>
                <a:gd name="T0" fmla="*/ 2147483647 w 3501"/>
                <a:gd name="T1" fmla="*/ 2147483647 h 2441"/>
                <a:gd name="T2" fmla="*/ 2147483647 w 3501"/>
                <a:gd name="T3" fmla="*/ 2147483647 h 2441"/>
                <a:gd name="T4" fmla="*/ 2147483647 w 3501"/>
                <a:gd name="T5" fmla="*/ 2147483647 h 2441"/>
                <a:gd name="T6" fmla="*/ 2147483647 w 3501"/>
                <a:gd name="T7" fmla="*/ 2147483647 h 2441"/>
                <a:gd name="T8" fmla="*/ 2147483647 w 3501"/>
                <a:gd name="T9" fmla="*/ 2147483647 h 2441"/>
                <a:gd name="T10" fmla="*/ 2147483647 w 3501"/>
                <a:gd name="T11" fmla="*/ 2147483647 h 2441"/>
                <a:gd name="T12" fmla="*/ 2147483647 w 3501"/>
                <a:gd name="T13" fmla="*/ 2147483647 h 2441"/>
                <a:gd name="T14" fmla="*/ 2147483647 w 3501"/>
                <a:gd name="T15" fmla="*/ 2147483647 h 2441"/>
                <a:gd name="T16" fmla="*/ 2147483647 w 3501"/>
                <a:gd name="T17" fmla="*/ 2147483647 h 2441"/>
                <a:gd name="T18" fmla="*/ 2147483647 w 3501"/>
                <a:gd name="T19" fmla="*/ 2147483647 h 2441"/>
                <a:gd name="T20" fmla="*/ 2147483647 w 3501"/>
                <a:gd name="T21" fmla="*/ 2147483647 h 2441"/>
                <a:gd name="T22" fmla="*/ 2147483647 w 3501"/>
                <a:gd name="T23" fmla="*/ 2147483647 h 2441"/>
                <a:gd name="T24" fmla="*/ 2147483647 w 3501"/>
                <a:gd name="T25" fmla="*/ 2147483647 h 2441"/>
                <a:gd name="T26" fmla="*/ 2147483647 w 3501"/>
                <a:gd name="T27" fmla="*/ 2147483647 h 2441"/>
                <a:gd name="T28" fmla="*/ 2147483647 w 3501"/>
                <a:gd name="T29" fmla="*/ 2147483647 h 2441"/>
                <a:gd name="T30" fmla="*/ 2147483647 w 3501"/>
                <a:gd name="T31" fmla="*/ 2147483647 h 2441"/>
                <a:gd name="T32" fmla="*/ 2147483647 w 3501"/>
                <a:gd name="T33" fmla="*/ 2147483647 h 2441"/>
                <a:gd name="T34" fmla="*/ 2147483647 w 3501"/>
                <a:gd name="T35" fmla="*/ 2147483647 h 2441"/>
                <a:gd name="T36" fmla="*/ 2147483647 w 3501"/>
                <a:gd name="T37" fmla="*/ 2147483647 h 2441"/>
                <a:gd name="T38" fmla="*/ 2147483647 w 3501"/>
                <a:gd name="T39" fmla="*/ 2147483647 h 2441"/>
                <a:gd name="T40" fmla="*/ 2147483647 w 3501"/>
                <a:gd name="T41" fmla="*/ 2147483647 h 2441"/>
                <a:gd name="T42" fmla="*/ 2147483647 w 3501"/>
                <a:gd name="T43" fmla="*/ 2147483647 h 2441"/>
                <a:gd name="T44" fmla="*/ 2147483647 w 3501"/>
                <a:gd name="T45" fmla="*/ 2147483647 h 2441"/>
                <a:gd name="T46" fmla="*/ 2147483647 w 3501"/>
                <a:gd name="T47" fmla="*/ 2147483647 h 2441"/>
                <a:gd name="T48" fmla="*/ 2147483647 w 3501"/>
                <a:gd name="T49" fmla="*/ 2147483647 h 2441"/>
                <a:gd name="T50" fmla="*/ 2147483647 w 3501"/>
                <a:gd name="T51" fmla="*/ 2147483647 h 2441"/>
                <a:gd name="T52" fmla="*/ 2147483647 w 3501"/>
                <a:gd name="T53" fmla="*/ 2147483647 h 2441"/>
                <a:gd name="T54" fmla="*/ 2147483647 w 3501"/>
                <a:gd name="T55" fmla="*/ 2147483647 h 2441"/>
                <a:gd name="T56" fmla="*/ 2147483647 w 3501"/>
                <a:gd name="T57" fmla="*/ 2147483647 h 2441"/>
                <a:gd name="T58" fmla="*/ 2147483647 w 3501"/>
                <a:gd name="T59" fmla="*/ 2147483647 h 2441"/>
                <a:gd name="T60" fmla="*/ 2147483647 w 3501"/>
                <a:gd name="T61" fmla="*/ 2147483647 h 2441"/>
                <a:gd name="T62" fmla="*/ 2147483647 w 3501"/>
                <a:gd name="T63" fmla="*/ 2147483647 h 2441"/>
                <a:gd name="T64" fmla="*/ 2147483647 w 3501"/>
                <a:gd name="T65" fmla="*/ 2147483647 h 2441"/>
                <a:gd name="T66" fmla="*/ 2147483647 w 3501"/>
                <a:gd name="T67" fmla="*/ 2147483647 h 2441"/>
                <a:gd name="T68" fmla="*/ 2147483647 w 3501"/>
                <a:gd name="T69" fmla="*/ 2147483647 h 2441"/>
                <a:gd name="T70" fmla="*/ 2147483647 w 3501"/>
                <a:gd name="T71" fmla="*/ 2147483647 h 2441"/>
                <a:gd name="T72" fmla="*/ 2147483647 w 3501"/>
                <a:gd name="T73" fmla="*/ 2147483647 h 2441"/>
                <a:gd name="T74" fmla="*/ 2147483647 w 3501"/>
                <a:gd name="T75" fmla="*/ 2147483647 h 2441"/>
                <a:gd name="T76" fmla="*/ 2147483647 w 3501"/>
                <a:gd name="T77" fmla="*/ 2147483647 h 2441"/>
                <a:gd name="T78" fmla="*/ 2147483647 w 3501"/>
                <a:gd name="T79" fmla="*/ 2147483647 h 2441"/>
                <a:gd name="T80" fmla="*/ 2147483647 w 3501"/>
                <a:gd name="T81" fmla="*/ 2147483647 h 2441"/>
                <a:gd name="T82" fmla="*/ 2147483647 w 3501"/>
                <a:gd name="T83" fmla="*/ 2147483647 h 2441"/>
                <a:gd name="T84" fmla="*/ 2147483647 w 3501"/>
                <a:gd name="T85" fmla="*/ 2147483647 h 2441"/>
                <a:gd name="T86" fmla="*/ 2147483647 w 3501"/>
                <a:gd name="T87" fmla="*/ 2147483647 h 2441"/>
                <a:gd name="T88" fmla="*/ 2147483647 w 3501"/>
                <a:gd name="T89" fmla="*/ 2147483647 h 2441"/>
                <a:gd name="T90" fmla="*/ 2147483647 w 3501"/>
                <a:gd name="T91" fmla="*/ 2147483647 h 2441"/>
                <a:gd name="T92" fmla="*/ 2147483647 w 3501"/>
                <a:gd name="T93" fmla="*/ 2147483647 h 2441"/>
                <a:gd name="T94" fmla="*/ 2147483647 w 3501"/>
                <a:gd name="T95" fmla="*/ 2147483647 h 2441"/>
                <a:gd name="T96" fmla="*/ 2147483647 w 3501"/>
                <a:gd name="T97" fmla="*/ 2147483647 h 2441"/>
                <a:gd name="T98" fmla="*/ 2147483647 w 3501"/>
                <a:gd name="T99" fmla="*/ 2147483647 h 2441"/>
                <a:gd name="T100" fmla="*/ 2147483647 w 3501"/>
                <a:gd name="T101" fmla="*/ 2147483647 h 2441"/>
                <a:gd name="T102" fmla="*/ 2147483647 w 3501"/>
                <a:gd name="T103" fmla="*/ 2147483647 h 2441"/>
                <a:gd name="T104" fmla="*/ 2147483647 w 3501"/>
                <a:gd name="T105" fmla="*/ 2147483647 h 2441"/>
                <a:gd name="T106" fmla="*/ 2147483647 w 3501"/>
                <a:gd name="T107" fmla="*/ 2147483647 h 2441"/>
                <a:gd name="T108" fmla="*/ 2147483647 w 3501"/>
                <a:gd name="T109" fmla="*/ 2147483647 h 2441"/>
                <a:gd name="T110" fmla="*/ 2147483647 w 3501"/>
                <a:gd name="T111" fmla="*/ 2147483647 h 2441"/>
                <a:gd name="T112" fmla="*/ 2147483647 w 3501"/>
                <a:gd name="T113" fmla="*/ 2147483647 h 2441"/>
                <a:gd name="T114" fmla="*/ 2147483647 w 3501"/>
                <a:gd name="T115" fmla="*/ 2147483647 h 2441"/>
                <a:gd name="T116" fmla="*/ 2147483647 w 3501"/>
                <a:gd name="T117" fmla="*/ 2147483647 h 2441"/>
                <a:gd name="T118" fmla="*/ 2147483647 w 3501"/>
                <a:gd name="T119" fmla="*/ 2147483647 h 2441"/>
                <a:gd name="T120" fmla="*/ 2147483647 w 3501"/>
                <a:gd name="T121" fmla="*/ 2147483647 h 24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1"/>
                <a:gd name="T184" fmla="*/ 0 h 2441"/>
                <a:gd name="T185" fmla="*/ 4098 w 3501"/>
                <a:gd name="T186" fmla="*/ 2853 h 24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1" h="2441">
                  <a:moveTo>
                    <a:pt x="687" y="461"/>
                  </a:moveTo>
                  <a:lnTo>
                    <a:pt x="676" y="495"/>
                  </a:lnTo>
                  <a:lnTo>
                    <a:pt x="681" y="536"/>
                  </a:lnTo>
                  <a:lnTo>
                    <a:pt x="656" y="588"/>
                  </a:lnTo>
                  <a:lnTo>
                    <a:pt x="610" y="590"/>
                  </a:lnTo>
                  <a:lnTo>
                    <a:pt x="556" y="557"/>
                  </a:lnTo>
                  <a:lnTo>
                    <a:pt x="520" y="603"/>
                  </a:lnTo>
                  <a:lnTo>
                    <a:pt x="504" y="733"/>
                  </a:lnTo>
                  <a:lnTo>
                    <a:pt x="454" y="721"/>
                  </a:lnTo>
                  <a:lnTo>
                    <a:pt x="415" y="724"/>
                  </a:lnTo>
                  <a:lnTo>
                    <a:pt x="366" y="734"/>
                  </a:lnTo>
                  <a:lnTo>
                    <a:pt x="363" y="764"/>
                  </a:lnTo>
                  <a:lnTo>
                    <a:pt x="402" y="818"/>
                  </a:lnTo>
                  <a:lnTo>
                    <a:pt x="399" y="888"/>
                  </a:lnTo>
                  <a:lnTo>
                    <a:pt x="369" y="946"/>
                  </a:lnTo>
                  <a:lnTo>
                    <a:pt x="343" y="1005"/>
                  </a:lnTo>
                  <a:lnTo>
                    <a:pt x="297" y="1040"/>
                  </a:lnTo>
                  <a:lnTo>
                    <a:pt x="243" y="1051"/>
                  </a:lnTo>
                  <a:lnTo>
                    <a:pt x="181" y="1065"/>
                  </a:lnTo>
                  <a:lnTo>
                    <a:pt x="138" y="1113"/>
                  </a:lnTo>
                  <a:lnTo>
                    <a:pt x="92" y="1088"/>
                  </a:lnTo>
                  <a:lnTo>
                    <a:pt x="69" y="1121"/>
                  </a:lnTo>
                  <a:lnTo>
                    <a:pt x="0" y="1175"/>
                  </a:lnTo>
                  <a:lnTo>
                    <a:pt x="28" y="1234"/>
                  </a:lnTo>
                  <a:lnTo>
                    <a:pt x="61" y="1281"/>
                  </a:lnTo>
                  <a:lnTo>
                    <a:pt x="66" y="1336"/>
                  </a:lnTo>
                  <a:lnTo>
                    <a:pt x="118" y="1373"/>
                  </a:lnTo>
                  <a:lnTo>
                    <a:pt x="164" y="1403"/>
                  </a:lnTo>
                  <a:lnTo>
                    <a:pt x="199" y="1443"/>
                  </a:lnTo>
                  <a:lnTo>
                    <a:pt x="238" y="1460"/>
                  </a:lnTo>
                  <a:lnTo>
                    <a:pt x="287" y="1476"/>
                  </a:lnTo>
                  <a:lnTo>
                    <a:pt x="311" y="1506"/>
                  </a:lnTo>
                  <a:lnTo>
                    <a:pt x="302" y="1543"/>
                  </a:lnTo>
                  <a:lnTo>
                    <a:pt x="300" y="1578"/>
                  </a:lnTo>
                  <a:lnTo>
                    <a:pt x="312" y="1612"/>
                  </a:lnTo>
                  <a:lnTo>
                    <a:pt x="332" y="1639"/>
                  </a:lnTo>
                  <a:lnTo>
                    <a:pt x="312" y="1665"/>
                  </a:lnTo>
                  <a:lnTo>
                    <a:pt x="284" y="1697"/>
                  </a:lnTo>
                  <a:lnTo>
                    <a:pt x="305" y="1738"/>
                  </a:lnTo>
                  <a:lnTo>
                    <a:pt x="343" y="1774"/>
                  </a:lnTo>
                  <a:lnTo>
                    <a:pt x="395" y="1815"/>
                  </a:lnTo>
                  <a:lnTo>
                    <a:pt x="438" y="1807"/>
                  </a:lnTo>
                  <a:lnTo>
                    <a:pt x="497" y="1816"/>
                  </a:lnTo>
                  <a:lnTo>
                    <a:pt x="586" y="1864"/>
                  </a:lnTo>
                  <a:lnTo>
                    <a:pt x="664" y="1932"/>
                  </a:lnTo>
                  <a:lnTo>
                    <a:pt x="713" y="1963"/>
                  </a:lnTo>
                  <a:lnTo>
                    <a:pt x="789" y="1963"/>
                  </a:lnTo>
                  <a:lnTo>
                    <a:pt x="825" y="1960"/>
                  </a:lnTo>
                  <a:lnTo>
                    <a:pt x="890" y="1970"/>
                  </a:lnTo>
                  <a:lnTo>
                    <a:pt x="975" y="1956"/>
                  </a:lnTo>
                  <a:lnTo>
                    <a:pt x="1053" y="1938"/>
                  </a:lnTo>
                  <a:lnTo>
                    <a:pt x="1110" y="1916"/>
                  </a:lnTo>
                  <a:lnTo>
                    <a:pt x="1209" y="1905"/>
                  </a:lnTo>
                  <a:lnTo>
                    <a:pt x="1262" y="1901"/>
                  </a:lnTo>
                  <a:lnTo>
                    <a:pt x="1311" y="1930"/>
                  </a:lnTo>
                  <a:lnTo>
                    <a:pt x="1322" y="1956"/>
                  </a:lnTo>
                  <a:lnTo>
                    <a:pt x="1381" y="1938"/>
                  </a:lnTo>
                  <a:lnTo>
                    <a:pt x="1432" y="2004"/>
                  </a:lnTo>
                  <a:lnTo>
                    <a:pt x="1439" y="2041"/>
                  </a:lnTo>
                  <a:lnTo>
                    <a:pt x="1417" y="2087"/>
                  </a:lnTo>
                  <a:lnTo>
                    <a:pt x="1411" y="2140"/>
                  </a:lnTo>
                  <a:lnTo>
                    <a:pt x="1381" y="2179"/>
                  </a:lnTo>
                  <a:lnTo>
                    <a:pt x="1369" y="2220"/>
                  </a:lnTo>
                  <a:lnTo>
                    <a:pt x="1417" y="2225"/>
                  </a:lnTo>
                  <a:lnTo>
                    <a:pt x="1467" y="2246"/>
                  </a:lnTo>
                  <a:lnTo>
                    <a:pt x="1467" y="2297"/>
                  </a:lnTo>
                  <a:lnTo>
                    <a:pt x="1499" y="2337"/>
                  </a:lnTo>
                  <a:lnTo>
                    <a:pt x="1551" y="2374"/>
                  </a:lnTo>
                  <a:lnTo>
                    <a:pt x="1594" y="2358"/>
                  </a:lnTo>
                  <a:lnTo>
                    <a:pt x="1609" y="2319"/>
                  </a:lnTo>
                  <a:lnTo>
                    <a:pt x="1666" y="2302"/>
                  </a:lnTo>
                  <a:lnTo>
                    <a:pt x="1699" y="2287"/>
                  </a:lnTo>
                  <a:lnTo>
                    <a:pt x="1732" y="2314"/>
                  </a:lnTo>
                  <a:lnTo>
                    <a:pt x="1807" y="2254"/>
                  </a:lnTo>
                  <a:lnTo>
                    <a:pt x="1878" y="2282"/>
                  </a:lnTo>
                  <a:lnTo>
                    <a:pt x="1907" y="2325"/>
                  </a:lnTo>
                  <a:lnTo>
                    <a:pt x="1932" y="2356"/>
                  </a:lnTo>
                  <a:lnTo>
                    <a:pt x="1984" y="2371"/>
                  </a:lnTo>
                  <a:lnTo>
                    <a:pt x="2027" y="2364"/>
                  </a:lnTo>
                  <a:lnTo>
                    <a:pt x="2058" y="2369"/>
                  </a:lnTo>
                  <a:lnTo>
                    <a:pt x="2061" y="2405"/>
                  </a:lnTo>
                  <a:lnTo>
                    <a:pt x="2079" y="2441"/>
                  </a:lnTo>
                  <a:lnTo>
                    <a:pt x="2098" y="2436"/>
                  </a:lnTo>
                  <a:lnTo>
                    <a:pt x="2097" y="2407"/>
                  </a:lnTo>
                  <a:lnTo>
                    <a:pt x="2132" y="2371"/>
                  </a:lnTo>
                  <a:lnTo>
                    <a:pt x="2193" y="2388"/>
                  </a:lnTo>
                  <a:lnTo>
                    <a:pt x="2228" y="2378"/>
                  </a:lnTo>
                  <a:lnTo>
                    <a:pt x="2278" y="2341"/>
                  </a:lnTo>
                  <a:lnTo>
                    <a:pt x="2281" y="2301"/>
                  </a:lnTo>
                  <a:lnTo>
                    <a:pt x="2317" y="2341"/>
                  </a:lnTo>
                  <a:lnTo>
                    <a:pt x="2363" y="2308"/>
                  </a:lnTo>
                  <a:lnTo>
                    <a:pt x="2423" y="2293"/>
                  </a:lnTo>
                  <a:lnTo>
                    <a:pt x="2472" y="2272"/>
                  </a:lnTo>
                  <a:lnTo>
                    <a:pt x="2540" y="2213"/>
                  </a:lnTo>
                  <a:lnTo>
                    <a:pt x="2578" y="2176"/>
                  </a:lnTo>
                  <a:lnTo>
                    <a:pt x="2607" y="2118"/>
                  </a:lnTo>
                  <a:lnTo>
                    <a:pt x="2630" y="2061"/>
                  </a:lnTo>
                  <a:lnTo>
                    <a:pt x="2667" y="2033"/>
                  </a:lnTo>
                  <a:lnTo>
                    <a:pt x="2692" y="1982"/>
                  </a:lnTo>
                  <a:lnTo>
                    <a:pt x="2728" y="1956"/>
                  </a:lnTo>
                  <a:lnTo>
                    <a:pt x="2745" y="1916"/>
                  </a:lnTo>
                  <a:lnTo>
                    <a:pt x="2766" y="1883"/>
                  </a:lnTo>
                  <a:lnTo>
                    <a:pt x="2738" y="1843"/>
                  </a:lnTo>
                  <a:lnTo>
                    <a:pt x="2678" y="1828"/>
                  </a:lnTo>
                  <a:lnTo>
                    <a:pt x="2713" y="1787"/>
                  </a:lnTo>
                  <a:lnTo>
                    <a:pt x="2753" y="1758"/>
                  </a:lnTo>
                  <a:lnTo>
                    <a:pt x="2724" y="1715"/>
                  </a:lnTo>
                  <a:lnTo>
                    <a:pt x="2717" y="1670"/>
                  </a:lnTo>
                  <a:lnTo>
                    <a:pt x="2682" y="1652"/>
                  </a:lnTo>
                  <a:lnTo>
                    <a:pt x="2671" y="1609"/>
                  </a:lnTo>
                  <a:lnTo>
                    <a:pt x="2664" y="1542"/>
                  </a:lnTo>
                  <a:lnTo>
                    <a:pt x="2614" y="1538"/>
                  </a:lnTo>
                  <a:lnTo>
                    <a:pt x="2596" y="1506"/>
                  </a:lnTo>
                  <a:lnTo>
                    <a:pt x="2614" y="1461"/>
                  </a:lnTo>
                  <a:lnTo>
                    <a:pt x="2639" y="1418"/>
                  </a:lnTo>
                  <a:lnTo>
                    <a:pt x="2692" y="1378"/>
                  </a:lnTo>
                  <a:lnTo>
                    <a:pt x="2738" y="1359"/>
                  </a:lnTo>
                  <a:lnTo>
                    <a:pt x="2784" y="1362"/>
                  </a:lnTo>
                  <a:lnTo>
                    <a:pt x="2794" y="1323"/>
                  </a:lnTo>
                  <a:lnTo>
                    <a:pt x="2759" y="1323"/>
                  </a:lnTo>
                  <a:lnTo>
                    <a:pt x="2710" y="1289"/>
                  </a:lnTo>
                  <a:lnTo>
                    <a:pt x="2671" y="1289"/>
                  </a:lnTo>
                  <a:lnTo>
                    <a:pt x="2654" y="1307"/>
                  </a:lnTo>
                  <a:lnTo>
                    <a:pt x="2621" y="1348"/>
                  </a:lnTo>
                  <a:lnTo>
                    <a:pt x="2586" y="1326"/>
                  </a:lnTo>
                  <a:lnTo>
                    <a:pt x="2568" y="1278"/>
                  </a:lnTo>
                  <a:lnTo>
                    <a:pt x="2536" y="1289"/>
                  </a:lnTo>
                  <a:lnTo>
                    <a:pt x="2522" y="1271"/>
                  </a:lnTo>
                  <a:lnTo>
                    <a:pt x="2501" y="1241"/>
                  </a:lnTo>
                  <a:lnTo>
                    <a:pt x="2529" y="1205"/>
                  </a:lnTo>
                  <a:lnTo>
                    <a:pt x="2575" y="1194"/>
                  </a:lnTo>
                  <a:lnTo>
                    <a:pt x="2621" y="1153"/>
                  </a:lnTo>
                  <a:lnTo>
                    <a:pt x="2664" y="1117"/>
                  </a:lnTo>
                  <a:lnTo>
                    <a:pt x="2703" y="1076"/>
                  </a:lnTo>
                  <a:lnTo>
                    <a:pt x="2742" y="1051"/>
                  </a:lnTo>
                  <a:lnTo>
                    <a:pt x="2770" y="1073"/>
                  </a:lnTo>
                  <a:lnTo>
                    <a:pt x="2770" y="1099"/>
                  </a:lnTo>
                  <a:lnTo>
                    <a:pt x="2728" y="1132"/>
                  </a:lnTo>
                  <a:lnTo>
                    <a:pt x="2706" y="1153"/>
                  </a:lnTo>
                  <a:lnTo>
                    <a:pt x="2735" y="1179"/>
                  </a:lnTo>
                  <a:lnTo>
                    <a:pt x="2728" y="1223"/>
                  </a:lnTo>
                  <a:lnTo>
                    <a:pt x="2766" y="1183"/>
                  </a:lnTo>
                  <a:lnTo>
                    <a:pt x="2819" y="1161"/>
                  </a:lnTo>
                  <a:lnTo>
                    <a:pt x="2865" y="1146"/>
                  </a:lnTo>
                  <a:lnTo>
                    <a:pt x="2901" y="1095"/>
                  </a:lnTo>
                  <a:lnTo>
                    <a:pt x="2958" y="1081"/>
                  </a:lnTo>
                  <a:lnTo>
                    <a:pt x="2982" y="1040"/>
                  </a:lnTo>
                  <a:lnTo>
                    <a:pt x="3014" y="1011"/>
                  </a:lnTo>
                  <a:lnTo>
                    <a:pt x="3060" y="1040"/>
                  </a:lnTo>
                  <a:lnTo>
                    <a:pt x="3082" y="1015"/>
                  </a:lnTo>
                  <a:lnTo>
                    <a:pt x="3092" y="986"/>
                  </a:lnTo>
                  <a:lnTo>
                    <a:pt x="3121" y="963"/>
                  </a:lnTo>
                  <a:lnTo>
                    <a:pt x="3152" y="956"/>
                  </a:lnTo>
                  <a:lnTo>
                    <a:pt x="3195" y="898"/>
                  </a:lnTo>
                  <a:lnTo>
                    <a:pt x="3220" y="945"/>
                  </a:lnTo>
                  <a:lnTo>
                    <a:pt x="3269" y="930"/>
                  </a:lnTo>
                  <a:lnTo>
                    <a:pt x="3305" y="897"/>
                  </a:lnTo>
                  <a:lnTo>
                    <a:pt x="3291" y="749"/>
                  </a:lnTo>
                  <a:lnTo>
                    <a:pt x="3369" y="738"/>
                  </a:lnTo>
                  <a:lnTo>
                    <a:pt x="3450" y="631"/>
                  </a:lnTo>
                  <a:lnTo>
                    <a:pt x="3493" y="548"/>
                  </a:lnTo>
                  <a:lnTo>
                    <a:pt x="3501" y="489"/>
                  </a:lnTo>
                  <a:lnTo>
                    <a:pt x="3485" y="449"/>
                  </a:lnTo>
                  <a:lnTo>
                    <a:pt x="3398" y="502"/>
                  </a:lnTo>
                  <a:lnTo>
                    <a:pt x="3327" y="513"/>
                  </a:lnTo>
                  <a:lnTo>
                    <a:pt x="3269" y="500"/>
                  </a:lnTo>
                  <a:lnTo>
                    <a:pt x="3228" y="421"/>
                  </a:lnTo>
                  <a:lnTo>
                    <a:pt x="3175" y="399"/>
                  </a:lnTo>
                  <a:lnTo>
                    <a:pt x="3117" y="363"/>
                  </a:lnTo>
                  <a:lnTo>
                    <a:pt x="3083" y="357"/>
                  </a:lnTo>
                  <a:lnTo>
                    <a:pt x="3071" y="295"/>
                  </a:lnTo>
                  <a:lnTo>
                    <a:pt x="3034" y="181"/>
                  </a:lnTo>
                  <a:lnTo>
                    <a:pt x="2999" y="80"/>
                  </a:lnTo>
                  <a:lnTo>
                    <a:pt x="2929" y="33"/>
                  </a:lnTo>
                  <a:lnTo>
                    <a:pt x="2853" y="0"/>
                  </a:lnTo>
                  <a:lnTo>
                    <a:pt x="2742" y="22"/>
                  </a:lnTo>
                  <a:lnTo>
                    <a:pt x="2660" y="64"/>
                  </a:lnTo>
                  <a:lnTo>
                    <a:pt x="2689" y="118"/>
                  </a:lnTo>
                  <a:lnTo>
                    <a:pt x="2642" y="217"/>
                  </a:lnTo>
                  <a:lnTo>
                    <a:pt x="2608" y="279"/>
                  </a:lnTo>
                  <a:lnTo>
                    <a:pt x="2598" y="334"/>
                  </a:lnTo>
                  <a:lnTo>
                    <a:pt x="2521" y="349"/>
                  </a:lnTo>
                  <a:lnTo>
                    <a:pt x="2440" y="338"/>
                  </a:lnTo>
                  <a:lnTo>
                    <a:pt x="2398" y="472"/>
                  </a:lnTo>
                  <a:lnTo>
                    <a:pt x="2401" y="509"/>
                  </a:lnTo>
                  <a:lnTo>
                    <a:pt x="2451" y="524"/>
                  </a:lnTo>
                  <a:lnTo>
                    <a:pt x="2501" y="498"/>
                  </a:lnTo>
                  <a:lnTo>
                    <a:pt x="2547" y="490"/>
                  </a:lnTo>
                  <a:lnTo>
                    <a:pt x="2593" y="535"/>
                  </a:lnTo>
                  <a:lnTo>
                    <a:pt x="2614" y="553"/>
                  </a:lnTo>
                  <a:lnTo>
                    <a:pt x="2630" y="584"/>
                  </a:lnTo>
                  <a:lnTo>
                    <a:pt x="2622" y="613"/>
                  </a:lnTo>
                  <a:lnTo>
                    <a:pt x="2552" y="610"/>
                  </a:lnTo>
                  <a:lnTo>
                    <a:pt x="2511" y="613"/>
                  </a:lnTo>
                  <a:lnTo>
                    <a:pt x="2466" y="626"/>
                  </a:lnTo>
                  <a:lnTo>
                    <a:pt x="2430" y="663"/>
                  </a:lnTo>
                  <a:lnTo>
                    <a:pt x="2388" y="707"/>
                  </a:lnTo>
                  <a:lnTo>
                    <a:pt x="2353" y="715"/>
                  </a:lnTo>
                  <a:lnTo>
                    <a:pt x="2334" y="736"/>
                  </a:lnTo>
                  <a:lnTo>
                    <a:pt x="2304" y="759"/>
                  </a:lnTo>
                  <a:lnTo>
                    <a:pt x="2262" y="765"/>
                  </a:lnTo>
                  <a:lnTo>
                    <a:pt x="2220" y="749"/>
                  </a:lnTo>
                  <a:lnTo>
                    <a:pt x="2194" y="752"/>
                  </a:lnTo>
                  <a:lnTo>
                    <a:pt x="2167" y="774"/>
                  </a:lnTo>
                  <a:lnTo>
                    <a:pt x="2180" y="821"/>
                  </a:lnTo>
                  <a:lnTo>
                    <a:pt x="2188" y="854"/>
                  </a:lnTo>
                  <a:lnTo>
                    <a:pt x="2126" y="898"/>
                  </a:lnTo>
                  <a:lnTo>
                    <a:pt x="2079" y="939"/>
                  </a:lnTo>
                  <a:lnTo>
                    <a:pt x="2020" y="945"/>
                  </a:lnTo>
                  <a:lnTo>
                    <a:pt x="1970" y="952"/>
                  </a:lnTo>
                  <a:lnTo>
                    <a:pt x="1917" y="949"/>
                  </a:lnTo>
                  <a:lnTo>
                    <a:pt x="1856" y="960"/>
                  </a:lnTo>
                  <a:lnTo>
                    <a:pt x="1832" y="996"/>
                  </a:lnTo>
                  <a:lnTo>
                    <a:pt x="1786" y="1007"/>
                  </a:lnTo>
                  <a:lnTo>
                    <a:pt x="1747" y="999"/>
                  </a:lnTo>
                  <a:lnTo>
                    <a:pt x="1711" y="981"/>
                  </a:lnTo>
                  <a:lnTo>
                    <a:pt x="1651" y="967"/>
                  </a:lnTo>
                  <a:lnTo>
                    <a:pt x="1602" y="934"/>
                  </a:lnTo>
                  <a:lnTo>
                    <a:pt x="1534" y="945"/>
                  </a:lnTo>
                  <a:lnTo>
                    <a:pt x="1474" y="934"/>
                  </a:lnTo>
                  <a:lnTo>
                    <a:pt x="1382" y="930"/>
                  </a:lnTo>
                  <a:lnTo>
                    <a:pt x="1318" y="938"/>
                  </a:lnTo>
                  <a:lnTo>
                    <a:pt x="1305" y="898"/>
                  </a:lnTo>
                  <a:lnTo>
                    <a:pt x="1283" y="857"/>
                  </a:lnTo>
                  <a:lnTo>
                    <a:pt x="1247" y="798"/>
                  </a:lnTo>
                  <a:lnTo>
                    <a:pt x="1198" y="791"/>
                  </a:lnTo>
                  <a:lnTo>
                    <a:pt x="1170" y="761"/>
                  </a:lnTo>
                  <a:lnTo>
                    <a:pt x="1113" y="732"/>
                  </a:lnTo>
                  <a:lnTo>
                    <a:pt x="1082" y="750"/>
                  </a:lnTo>
                  <a:lnTo>
                    <a:pt x="1014" y="729"/>
                  </a:lnTo>
                  <a:lnTo>
                    <a:pt x="988" y="690"/>
                  </a:lnTo>
                  <a:lnTo>
                    <a:pt x="1007" y="619"/>
                  </a:lnTo>
                  <a:lnTo>
                    <a:pt x="993" y="549"/>
                  </a:lnTo>
                  <a:lnTo>
                    <a:pt x="929" y="487"/>
                  </a:lnTo>
                  <a:lnTo>
                    <a:pt x="897" y="458"/>
                  </a:lnTo>
                  <a:lnTo>
                    <a:pt x="842" y="448"/>
                  </a:lnTo>
                  <a:lnTo>
                    <a:pt x="836" y="413"/>
                  </a:lnTo>
                  <a:lnTo>
                    <a:pt x="771" y="400"/>
                  </a:lnTo>
                  <a:lnTo>
                    <a:pt x="687" y="461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kern="0">
                <a:solidFill>
                  <a:srgbClr val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C7E8189B-84CF-9EBE-12AB-60617574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5660" y="3333595"/>
              <a:ext cx="109793" cy="86267"/>
            </a:xfrm>
            <a:custGeom>
              <a:avLst/>
              <a:gdLst>
                <a:gd name="T0" fmla="*/ 2147483647 w 344"/>
                <a:gd name="T1" fmla="*/ 2147483647 h 272"/>
                <a:gd name="T2" fmla="*/ 2147483647 w 344"/>
                <a:gd name="T3" fmla="*/ 2147483647 h 272"/>
                <a:gd name="T4" fmla="*/ 2147483647 w 344"/>
                <a:gd name="T5" fmla="*/ 2147483647 h 272"/>
                <a:gd name="T6" fmla="*/ 0 w 344"/>
                <a:gd name="T7" fmla="*/ 2147483647 h 272"/>
                <a:gd name="T8" fmla="*/ 2147483647 w 344"/>
                <a:gd name="T9" fmla="*/ 2147483647 h 272"/>
                <a:gd name="T10" fmla="*/ 2147483647 w 344"/>
                <a:gd name="T11" fmla="*/ 0 h 272"/>
                <a:gd name="T12" fmla="*/ 2147483647 w 344"/>
                <a:gd name="T13" fmla="*/ 0 h 272"/>
                <a:gd name="T14" fmla="*/ 2147483647 w 344"/>
                <a:gd name="T15" fmla="*/ 0 h 272"/>
                <a:gd name="T16" fmla="*/ 2147483647 w 344"/>
                <a:gd name="T17" fmla="*/ 2147483647 h 272"/>
                <a:gd name="T18" fmla="*/ 2147483647 w 344"/>
                <a:gd name="T19" fmla="*/ 2147483647 h 272"/>
                <a:gd name="T20" fmla="*/ 2147483647 w 344"/>
                <a:gd name="T21" fmla="*/ 2147483647 h 272"/>
                <a:gd name="T22" fmla="*/ 2147483647 w 344"/>
                <a:gd name="T23" fmla="*/ 2147483647 h 2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4"/>
                <a:gd name="T37" fmla="*/ 0 h 272"/>
                <a:gd name="T38" fmla="*/ 344 w 344"/>
                <a:gd name="T39" fmla="*/ 272 h 2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4" h="272">
                  <a:moveTo>
                    <a:pt x="229" y="272"/>
                  </a:moveTo>
                  <a:lnTo>
                    <a:pt x="93" y="272"/>
                  </a:lnTo>
                  <a:lnTo>
                    <a:pt x="2" y="227"/>
                  </a:lnTo>
                  <a:lnTo>
                    <a:pt x="0" y="143"/>
                  </a:lnTo>
                  <a:lnTo>
                    <a:pt x="72" y="79"/>
                  </a:lnTo>
                  <a:lnTo>
                    <a:pt x="93" y="0"/>
                  </a:lnTo>
                  <a:lnTo>
                    <a:pt x="184" y="0"/>
                  </a:lnTo>
                  <a:lnTo>
                    <a:pt x="274" y="0"/>
                  </a:lnTo>
                  <a:lnTo>
                    <a:pt x="344" y="23"/>
                  </a:lnTo>
                  <a:lnTo>
                    <a:pt x="328" y="119"/>
                  </a:lnTo>
                  <a:lnTo>
                    <a:pt x="312" y="207"/>
                  </a:lnTo>
                  <a:lnTo>
                    <a:pt x="229" y="272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kern="0">
                <a:solidFill>
                  <a:srgbClr val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3819AB5B-567F-3B53-C7FD-6FC25CD0D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41" y="3086557"/>
              <a:ext cx="86267" cy="164690"/>
            </a:xfrm>
            <a:custGeom>
              <a:avLst/>
              <a:gdLst>
                <a:gd name="T0" fmla="*/ 2147483647 w 288"/>
                <a:gd name="T1" fmla="*/ 2147483647 h 520"/>
                <a:gd name="T2" fmla="*/ 2147483647 w 288"/>
                <a:gd name="T3" fmla="*/ 2147483647 h 520"/>
                <a:gd name="T4" fmla="*/ 0 w 288"/>
                <a:gd name="T5" fmla="*/ 2147483647 h 520"/>
                <a:gd name="T6" fmla="*/ 0 w 288"/>
                <a:gd name="T7" fmla="*/ 2147483647 h 520"/>
                <a:gd name="T8" fmla="*/ 2147483647 w 288"/>
                <a:gd name="T9" fmla="*/ 2147483647 h 520"/>
                <a:gd name="T10" fmla="*/ 2147483647 w 288"/>
                <a:gd name="T11" fmla="*/ 2147483647 h 520"/>
                <a:gd name="T12" fmla="*/ 2147483647 w 288"/>
                <a:gd name="T13" fmla="*/ 2147483647 h 520"/>
                <a:gd name="T14" fmla="*/ 2147483647 w 288"/>
                <a:gd name="T15" fmla="*/ 0 h 520"/>
                <a:gd name="T16" fmla="*/ 2147483647 w 288"/>
                <a:gd name="T17" fmla="*/ 0 h 520"/>
                <a:gd name="T18" fmla="*/ 2147483647 w 288"/>
                <a:gd name="T19" fmla="*/ 2147483647 h 520"/>
                <a:gd name="T20" fmla="*/ 2147483647 w 288"/>
                <a:gd name="T21" fmla="*/ 2147483647 h 520"/>
                <a:gd name="T22" fmla="*/ 2147483647 w 288"/>
                <a:gd name="T23" fmla="*/ 2147483647 h 520"/>
                <a:gd name="T24" fmla="*/ 2147483647 w 288"/>
                <a:gd name="T25" fmla="*/ 2147483647 h 520"/>
                <a:gd name="T26" fmla="*/ 2147483647 w 288"/>
                <a:gd name="T27" fmla="*/ 2147483647 h 5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88"/>
                <a:gd name="T43" fmla="*/ 0 h 520"/>
                <a:gd name="T44" fmla="*/ 288 w 288"/>
                <a:gd name="T45" fmla="*/ 520 h 52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88" h="520">
                  <a:moveTo>
                    <a:pt x="176" y="448"/>
                  </a:moveTo>
                  <a:lnTo>
                    <a:pt x="72" y="520"/>
                  </a:lnTo>
                  <a:lnTo>
                    <a:pt x="0" y="440"/>
                  </a:lnTo>
                  <a:lnTo>
                    <a:pt x="0" y="352"/>
                  </a:lnTo>
                  <a:lnTo>
                    <a:pt x="11" y="240"/>
                  </a:lnTo>
                  <a:lnTo>
                    <a:pt x="32" y="161"/>
                  </a:lnTo>
                  <a:lnTo>
                    <a:pt x="120" y="96"/>
                  </a:lnTo>
                  <a:lnTo>
                    <a:pt x="128" y="0"/>
                  </a:lnTo>
                  <a:lnTo>
                    <a:pt x="248" y="0"/>
                  </a:lnTo>
                  <a:lnTo>
                    <a:pt x="288" y="88"/>
                  </a:lnTo>
                  <a:lnTo>
                    <a:pt x="283" y="184"/>
                  </a:lnTo>
                  <a:lnTo>
                    <a:pt x="267" y="280"/>
                  </a:lnTo>
                  <a:lnTo>
                    <a:pt x="216" y="392"/>
                  </a:lnTo>
                  <a:lnTo>
                    <a:pt x="176" y="448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kern="0">
                <a:solidFill>
                  <a:srgbClr val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2" name="Freeform 95">
              <a:extLst>
                <a:ext uri="{FF2B5EF4-FFF2-40B4-BE49-F238E27FC236}">
                  <a16:creationId xmlns:a16="http://schemas.microsoft.com/office/drawing/2014/main" id="{76BACD40-58A5-9D8B-355F-4573199C2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873" y="2110179"/>
              <a:ext cx="282327" cy="325459"/>
            </a:xfrm>
            <a:custGeom>
              <a:avLst/>
              <a:gdLst>
                <a:gd name="T0" fmla="*/ 0 w 358"/>
                <a:gd name="T1" fmla="*/ 2147483647 h 414"/>
                <a:gd name="T2" fmla="*/ 2147483647 w 358"/>
                <a:gd name="T3" fmla="*/ 2147483647 h 414"/>
                <a:gd name="T4" fmla="*/ 2147483647 w 358"/>
                <a:gd name="T5" fmla="*/ 2147483647 h 414"/>
                <a:gd name="T6" fmla="*/ 2147483647 w 358"/>
                <a:gd name="T7" fmla="*/ 2147483647 h 414"/>
                <a:gd name="T8" fmla="*/ 2147483647 w 358"/>
                <a:gd name="T9" fmla="*/ 2147483647 h 414"/>
                <a:gd name="T10" fmla="*/ 2147483647 w 358"/>
                <a:gd name="T11" fmla="*/ 2147483647 h 414"/>
                <a:gd name="T12" fmla="*/ 2147483647 w 358"/>
                <a:gd name="T13" fmla="*/ 2147483647 h 414"/>
                <a:gd name="T14" fmla="*/ 2147483647 w 358"/>
                <a:gd name="T15" fmla="*/ 2147483647 h 414"/>
                <a:gd name="T16" fmla="*/ 2147483647 w 358"/>
                <a:gd name="T17" fmla="*/ 2147483647 h 414"/>
                <a:gd name="T18" fmla="*/ 2147483647 w 358"/>
                <a:gd name="T19" fmla="*/ 2147483647 h 414"/>
                <a:gd name="T20" fmla="*/ 2147483647 w 358"/>
                <a:gd name="T21" fmla="*/ 2147483647 h 414"/>
                <a:gd name="T22" fmla="*/ 2147483647 w 358"/>
                <a:gd name="T23" fmla="*/ 2147483647 h 414"/>
                <a:gd name="T24" fmla="*/ 2147483647 w 358"/>
                <a:gd name="T25" fmla="*/ 2147483647 h 414"/>
                <a:gd name="T26" fmla="*/ 2147483647 w 358"/>
                <a:gd name="T27" fmla="*/ 2147483647 h 414"/>
                <a:gd name="T28" fmla="*/ 2147483647 w 358"/>
                <a:gd name="T29" fmla="*/ 2147483647 h 414"/>
                <a:gd name="T30" fmla="*/ 2147483647 w 358"/>
                <a:gd name="T31" fmla="*/ 2147483647 h 414"/>
                <a:gd name="T32" fmla="*/ 2147483647 w 358"/>
                <a:gd name="T33" fmla="*/ 2147483647 h 414"/>
                <a:gd name="T34" fmla="*/ 2147483647 w 358"/>
                <a:gd name="T35" fmla="*/ 2147483647 h 414"/>
                <a:gd name="T36" fmla="*/ 2147483647 w 358"/>
                <a:gd name="T37" fmla="*/ 2147483647 h 414"/>
                <a:gd name="T38" fmla="*/ 2147483647 w 358"/>
                <a:gd name="T39" fmla="*/ 2147483647 h 414"/>
                <a:gd name="T40" fmla="*/ 2147483647 w 358"/>
                <a:gd name="T41" fmla="*/ 2147483647 h 414"/>
                <a:gd name="T42" fmla="*/ 2147483647 w 358"/>
                <a:gd name="T43" fmla="*/ 2147483647 h 414"/>
                <a:gd name="T44" fmla="*/ 2147483647 w 358"/>
                <a:gd name="T45" fmla="*/ 2147483647 h 414"/>
                <a:gd name="T46" fmla="*/ 2147483647 w 358"/>
                <a:gd name="T47" fmla="*/ 2147483647 h 414"/>
                <a:gd name="T48" fmla="*/ 2147483647 w 358"/>
                <a:gd name="T49" fmla="*/ 2147483647 h 414"/>
                <a:gd name="T50" fmla="*/ 2147483647 w 358"/>
                <a:gd name="T51" fmla="*/ 2147483647 h 414"/>
                <a:gd name="T52" fmla="*/ 2147483647 w 358"/>
                <a:gd name="T53" fmla="*/ 2147483647 h 414"/>
                <a:gd name="T54" fmla="*/ 2147483647 w 358"/>
                <a:gd name="T55" fmla="*/ 2147483647 h 414"/>
                <a:gd name="T56" fmla="*/ 2147483647 w 358"/>
                <a:gd name="T57" fmla="*/ 2147483647 h 414"/>
                <a:gd name="T58" fmla="*/ 2147483647 w 358"/>
                <a:gd name="T59" fmla="*/ 2147483647 h 414"/>
                <a:gd name="T60" fmla="*/ 2147483647 w 358"/>
                <a:gd name="T61" fmla="*/ 0 h 414"/>
                <a:gd name="T62" fmla="*/ 2147483647 w 358"/>
                <a:gd name="T63" fmla="*/ 2147483647 h 414"/>
                <a:gd name="T64" fmla="*/ 2147483647 w 358"/>
                <a:gd name="T65" fmla="*/ 2147483647 h 414"/>
                <a:gd name="T66" fmla="*/ 2147483647 w 358"/>
                <a:gd name="T67" fmla="*/ 2147483647 h 414"/>
                <a:gd name="T68" fmla="*/ 2147483647 w 358"/>
                <a:gd name="T69" fmla="*/ 2147483647 h 414"/>
                <a:gd name="T70" fmla="*/ 2147483647 w 358"/>
                <a:gd name="T71" fmla="*/ 2147483647 h 414"/>
                <a:gd name="T72" fmla="*/ 2147483647 w 358"/>
                <a:gd name="T73" fmla="*/ 2147483647 h 414"/>
                <a:gd name="T74" fmla="*/ 2147483647 w 358"/>
                <a:gd name="T75" fmla="*/ 2147483647 h 414"/>
                <a:gd name="T76" fmla="*/ 2147483647 w 358"/>
                <a:gd name="T77" fmla="*/ 2147483647 h 414"/>
                <a:gd name="T78" fmla="*/ 2147483647 w 358"/>
                <a:gd name="T79" fmla="*/ 2147483647 h 414"/>
                <a:gd name="T80" fmla="*/ 0 w 358"/>
                <a:gd name="T81" fmla="*/ 2147483647 h 41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58"/>
                <a:gd name="T124" fmla="*/ 0 h 414"/>
                <a:gd name="T125" fmla="*/ 358 w 358"/>
                <a:gd name="T126" fmla="*/ 414 h 41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58" h="414">
                  <a:moveTo>
                    <a:pt x="0" y="251"/>
                  </a:moveTo>
                  <a:lnTo>
                    <a:pt x="30" y="268"/>
                  </a:lnTo>
                  <a:lnTo>
                    <a:pt x="58" y="268"/>
                  </a:lnTo>
                  <a:lnTo>
                    <a:pt x="74" y="273"/>
                  </a:lnTo>
                  <a:lnTo>
                    <a:pt x="75" y="315"/>
                  </a:lnTo>
                  <a:lnTo>
                    <a:pt x="64" y="341"/>
                  </a:lnTo>
                  <a:lnTo>
                    <a:pt x="40" y="347"/>
                  </a:lnTo>
                  <a:lnTo>
                    <a:pt x="30" y="373"/>
                  </a:lnTo>
                  <a:lnTo>
                    <a:pt x="58" y="402"/>
                  </a:lnTo>
                  <a:lnTo>
                    <a:pt x="78" y="414"/>
                  </a:lnTo>
                  <a:lnTo>
                    <a:pt x="100" y="405"/>
                  </a:lnTo>
                  <a:lnTo>
                    <a:pt x="126" y="407"/>
                  </a:lnTo>
                  <a:lnTo>
                    <a:pt x="152" y="384"/>
                  </a:lnTo>
                  <a:lnTo>
                    <a:pt x="180" y="371"/>
                  </a:lnTo>
                  <a:lnTo>
                    <a:pt x="208" y="367"/>
                  </a:lnTo>
                  <a:lnTo>
                    <a:pt x="236" y="366"/>
                  </a:lnTo>
                  <a:lnTo>
                    <a:pt x="222" y="346"/>
                  </a:lnTo>
                  <a:lnTo>
                    <a:pt x="203" y="327"/>
                  </a:lnTo>
                  <a:lnTo>
                    <a:pt x="177" y="291"/>
                  </a:lnTo>
                  <a:lnTo>
                    <a:pt x="183" y="272"/>
                  </a:lnTo>
                  <a:lnTo>
                    <a:pt x="211" y="255"/>
                  </a:lnTo>
                  <a:lnTo>
                    <a:pt x="233" y="248"/>
                  </a:lnTo>
                  <a:lnTo>
                    <a:pt x="244" y="218"/>
                  </a:lnTo>
                  <a:lnTo>
                    <a:pt x="280" y="195"/>
                  </a:lnTo>
                  <a:lnTo>
                    <a:pt x="294" y="176"/>
                  </a:lnTo>
                  <a:lnTo>
                    <a:pt x="310" y="154"/>
                  </a:lnTo>
                  <a:lnTo>
                    <a:pt x="307" y="122"/>
                  </a:lnTo>
                  <a:lnTo>
                    <a:pt x="318" y="93"/>
                  </a:lnTo>
                  <a:lnTo>
                    <a:pt x="327" y="80"/>
                  </a:lnTo>
                  <a:lnTo>
                    <a:pt x="358" y="42"/>
                  </a:lnTo>
                  <a:lnTo>
                    <a:pt x="326" y="0"/>
                  </a:lnTo>
                  <a:lnTo>
                    <a:pt x="283" y="61"/>
                  </a:lnTo>
                  <a:lnTo>
                    <a:pt x="246" y="71"/>
                  </a:lnTo>
                  <a:lnTo>
                    <a:pt x="223" y="91"/>
                  </a:lnTo>
                  <a:lnTo>
                    <a:pt x="208" y="122"/>
                  </a:lnTo>
                  <a:lnTo>
                    <a:pt x="191" y="140"/>
                  </a:lnTo>
                  <a:lnTo>
                    <a:pt x="143" y="116"/>
                  </a:lnTo>
                  <a:lnTo>
                    <a:pt x="110" y="151"/>
                  </a:lnTo>
                  <a:lnTo>
                    <a:pt x="90" y="188"/>
                  </a:lnTo>
                  <a:lnTo>
                    <a:pt x="35" y="195"/>
                  </a:lnTo>
                  <a:lnTo>
                    <a:pt x="0" y="251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3" name="Freeform 96">
              <a:extLst>
                <a:ext uri="{FF2B5EF4-FFF2-40B4-BE49-F238E27FC236}">
                  <a16:creationId xmlns:a16="http://schemas.microsoft.com/office/drawing/2014/main" id="{DDF7584B-9A05-7939-04B6-B83A4C43E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8140" y="2396424"/>
              <a:ext cx="160769" cy="243115"/>
            </a:xfrm>
            <a:custGeom>
              <a:avLst/>
              <a:gdLst>
                <a:gd name="T0" fmla="*/ 0 w 241"/>
                <a:gd name="T1" fmla="*/ 2147483647 h 351"/>
                <a:gd name="T2" fmla="*/ 2147483647 w 241"/>
                <a:gd name="T3" fmla="*/ 2147483647 h 351"/>
                <a:gd name="T4" fmla="*/ 2147483647 w 241"/>
                <a:gd name="T5" fmla="*/ 2147483647 h 351"/>
                <a:gd name="T6" fmla="*/ 2147483647 w 241"/>
                <a:gd name="T7" fmla="*/ 2147483647 h 351"/>
                <a:gd name="T8" fmla="*/ 2147483647 w 241"/>
                <a:gd name="T9" fmla="*/ 2147483647 h 351"/>
                <a:gd name="T10" fmla="*/ 2147483647 w 241"/>
                <a:gd name="T11" fmla="*/ 2147483647 h 351"/>
                <a:gd name="T12" fmla="*/ 2147483647 w 241"/>
                <a:gd name="T13" fmla="*/ 2147483647 h 351"/>
                <a:gd name="T14" fmla="*/ 2147483647 w 241"/>
                <a:gd name="T15" fmla="*/ 2147483647 h 351"/>
                <a:gd name="T16" fmla="*/ 2147483647 w 241"/>
                <a:gd name="T17" fmla="*/ 2147483647 h 351"/>
                <a:gd name="T18" fmla="*/ 2147483647 w 241"/>
                <a:gd name="T19" fmla="*/ 2147483647 h 351"/>
                <a:gd name="T20" fmla="*/ 2147483647 w 241"/>
                <a:gd name="T21" fmla="*/ 2147483647 h 351"/>
                <a:gd name="T22" fmla="*/ 2147483647 w 241"/>
                <a:gd name="T23" fmla="*/ 2147483647 h 351"/>
                <a:gd name="T24" fmla="*/ 2147483647 w 241"/>
                <a:gd name="T25" fmla="*/ 2147483647 h 351"/>
                <a:gd name="T26" fmla="*/ 2147483647 w 241"/>
                <a:gd name="T27" fmla="*/ 2147483647 h 351"/>
                <a:gd name="T28" fmla="*/ 2147483647 w 241"/>
                <a:gd name="T29" fmla="*/ 0 h 351"/>
                <a:gd name="T30" fmla="*/ 2147483647 w 241"/>
                <a:gd name="T31" fmla="*/ 2147483647 h 351"/>
                <a:gd name="T32" fmla="*/ 2147483647 w 241"/>
                <a:gd name="T33" fmla="*/ 2147483647 h 351"/>
                <a:gd name="T34" fmla="*/ 2147483647 w 241"/>
                <a:gd name="T35" fmla="*/ 2147483647 h 351"/>
                <a:gd name="T36" fmla="*/ 2147483647 w 241"/>
                <a:gd name="T37" fmla="*/ 2147483647 h 351"/>
                <a:gd name="T38" fmla="*/ 0 w 241"/>
                <a:gd name="T39" fmla="*/ 2147483647 h 351"/>
                <a:gd name="T40" fmla="*/ 2147483647 w 241"/>
                <a:gd name="T41" fmla="*/ 2147483647 h 351"/>
                <a:gd name="T42" fmla="*/ 2147483647 w 241"/>
                <a:gd name="T43" fmla="*/ 2147483647 h 351"/>
                <a:gd name="T44" fmla="*/ 2147483647 w 241"/>
                <a:gd name="T45" fmla="*/ 2147483647 h 351"/>
                <a:gd name="T46" fmla="*/ 0 w 241"/>
                <a:gd name="T47" fmla="*/ 2147483647 h 3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41"/>
                <a:gd name="T73" fmla="*/ 0 h 351"/>
                <a:gd name="T74" fmla="*/ 241 w 241"/>
                <a:gd name="T75" fmla="*/ 351 h 35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41" h="351">
                  <a:moveTo>
                    <a:pt x="0" y="289"/>
                  </a:moveTo>
                  <a:lnTo>
                    <a:pt x="20" y="330"/>
                  </a:lnTo>
                  <a:lnTo>
                    <a:pt x="40" y="351"/>
                  </a:lnTo>
                  <a:lnTo>
                    <a:pt x="80" y="310"/>
                  </a:lnTo>
                  <a:lnTo>
                    <a:pt x="141" y="310"/>
                  </a:lnTo>
                  <a:lnTo>
                    <a:pt x="181" y="294"/>
                  </a:lnTo>
                  <a:lnTo>
                    <a:pt x="220" y="292"/>
                  </a:lnTo>
                  <a:lnTo>
                    <a:pt x="217" y="274"/>
                  </a:lnTo>
                  <a:lnTo>
                    <a:pt x="195" y="258"/>
                  </a:lnTo>
                  <a:lnTo>
                    <a:pt x="213" y="210"/>
                  </a:lnTo>
                  <a:lnTo>
                    <a:pt x="241" y="186"/>
                  </a:lnTo>
                  <a:lnTo>
                    <a:pt x="241" y="103"/>
                  </a:lnTo>
                  <a:lnTo>
                    <a:pt x="224" y="79"/>
                  </a:lnTo>
                  <a:lnTo>
                    <a:pt x="192" y="50"/>
                  </a:lnTo>
                  <a:lnTo>
                    <a:pt x="151" y="0"/>
                  </a:lnTo>
                  <a:lnTo>
                    <a:pt x="91" y="3"/>
                  </a:lnTo>
                  <a:lnTo>
                    <a:pt x="55" y="17"/>
                  </a:lnTo>
                  <a:lnTo>
                    <a:pt x="22" y="44"/>
                  </a:lnTo>
                  <a:lnTo>
                    <a:pt x="40" y="62"/>
                  </a:lnTo>
                  <a:lnTo>
                    <a:pt x="0" y="103"/>
                  </a:lnTo>
                  <a:lnTo>
                    <a:pt x="20" y="144"/>
                  </a:lnTo>
                  <a:lnTo>
                    <a:pt x="29" y="207"/>
                  </a:lnTo>
                  <a:lnTo>
                    <a:pt x="29" y="261"/>
                  </a:lnTo>
                  <a:lnTo>
                    <a:pt x="0" y="289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 dirty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4" name="Freeform 97">
              <a:extLst>
                <a:ext uri="{FF2B5EF4-FFF2-40B4-BE49-F238E27FC236}">
                  <a16:creationId xmlns:a16="http://schemas.microsoft.com/office/drawing/2014/main" id="{8DC0C9A8-B523-F737-7A85-3957DBBCA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098" y="1953330"/>
              <a:ext cx="627393" cy="705817"/>
            </a:xfrm>
            <a:custGeom>
              <a:avLst/>
              <a:gdLst>
                <a:gd name="T0" fmla="*/ 2147483647 w 943"/>
                <a:gd name="T1" fmla="*/ 0 h 1055"/>
                <a:gd name="T2" fmla="*/ 2147483647 w 943"/>
                <a:gd name="T3" fmla="*/ 2147483647 h 1055"/>
                <a:gd name="T4" fmla="*/ 2147483647 w 943"/>
                <a:gd name="T5" fmla="*/ 2147483647 h 1055"/>
                <a:gd name="T6" fmla="*/ 2147483647 w 943"/>
                <a:gd name="T7" fmla="*/ 2147483647 h 1055"/>
                <a:gd name="T8" fmla="*/ 2147483647 w 943"/>
                <a:gd name="T9" fmla="*/ 2147483647 h 1055"/>
                <a:gd name="T10" fmla="*/ 2147483647 w 943"/>
                <a:gd name="T11" fmla="*/ 2147483647 h 1055"/>
                <a:gd name="T12" fmla="*/ 2147483647 w 943"/>
                <a:gd name="T13" fmla="*/ 2147483647 h 1055"/>
                <a:gd name="T14" fmla="*/ 2147483647 w 943"/>
                <a:gd name="T15" fmla="*/ 2147483647 h 1055"/>
                <a:gd name="T16" fmla="*/ 2147483647 w 943"/>
                <a:gd name="T17" fmla="*/ 2147483647 h 1055"/>
                <a:gd name="T18" fmla="*/ 2147483647 w 943"/>
                <a:gd name="T19" fmla="*/ 2147483647 h 1055"/>
                <a:gd name="T20" fmla="*/ 2147483647 w 943"/>
                <a:gd name="T21" fmla="*/ 2147483647 h 1055"/>
                <a:gd name="T22" fmla="*/ 2147483647 w 943"/>
                <a:gd name="T23" fmla="*/ 2147483647 h 1055"/>
                <a:gd name="T24" fmla="*/ 2147483647 w 943"/>
                <a:gd name="T25" fmla="*/ 2147483647 h 1055"/>
                <a:gd name="T26" fmla="*/ 2147483647 w 943"/>
                <a:gd name="T27" fmla="*/ 2147483647 h 1055"/>
                <a:gd name="T28" fmla="*/ 2147483647 w 943"/>
                <a:gd name="T29" fmla="*/ 2147483647 h 1055"/>
                <a:gd name="T30" fmla="*/ 2147483647 w 943"/>
                <a:gd name="T31" fmla="*/ 2147483647 h 1055"/>
                <a:gd name="T32" fmla="*/ 2147483647 w 943"/>
                <a:gd name="T33" fmla="*/ 2147483647 h 1055"/>
                <a:gd name="T34" fmla="*/ 2147483647 w 943"/>
                <a:gd name="T35" fmla="*/ 2147483647 h 1055"/>
                <a:gd name="T36" fmla="*/ 2147483647 w 943"/>
                <a:gd name="T37" fmla="*/ 2147483647 h 1055"/>
                <a:gd name="T38" fmla="*/ 2147483647 w 943"/>
                <a:gd name="T39" fmla="*/ 2147483647 h 1055"/>
                <a:gd name="T40" fmla="*/ 2147483647 w 943"/>
                <a:gd name="T41" fmla="*/ 2147483647 h 1055"/>
                <a:gd name="T42" fmla="*/ 2147483647 w 943"/>
                <a:gd name="T43" fmla="*/ 2147483647 h 1055"/>
                <a:gd name="T44" fmla="*/ 2147483647 w 943"/>
                <a:gd name="T45" fmla="*/ 2147483647 h 1055"/>
                <a:gd name="T46" fmla="*/ 2147483647 w 943"/>
                <a:gd name="T47" fmla="*/ 2147483647 h 1055"/>
                <a:gd name="T48" fmla="*/ 2147483647 w 943"/>
                <a:gd name="T49" fmla="*/ 2147483647 h 1055"/>
                <a:gd name="T50" fmla="*/ 2147483647 w 943"/>
                <a:gd name="T51" fmla="*/ 2147483647 h 1055"/>
                <a:gd name="T52" fmla="*/ 2147483647 w 943"/>
                <a:gd name="T53" fmla="*/ 2147483647 h 1055"/>
                <a:gd name="T54" fmla="*/ 2147483647 w 943"/>
                <a:gd name="T55" fmla="*/ 2147483647 h 1055"/>
                <a:gd name="T56" fmla="*/ 2147483647 w 943"/>
                <a:gd name="T57" fmla="*/ 2147483647 h 1055"/>
                <a:gd name="T58" fmla="*/ 2147483647 w 943"/>
                <a:gd name="T59" fmla="*/ 2147483647 h 1055"/>
                <a:gd name="T60" fmla="*/ 2147483647 w 943"/>
                <a:gd name="T61" fmla="*/ 2147483647 h 1055"/>
                <a:gd name="T62" fmla="*/ 2147483647 w 943"/>
                <a:gd name="T63" fmla="*/ 2147483647 h 1055"/>
                <a:gd name="T64" fmla="*/ 2147483647 w 943"/>
                <a:gd name="T65" fmla="*/ 2147483647 h 1055"/>
                <a:gd name="T66" fmla="*/ 2147483647 w 943"/>
                <a:gd name="T67" fmla="*/ 2147483647 h 1055"/>
                <a:gd name="T68" fmla="*/ 2147483647 w 943"/>
                <a:gd name="T69" fmla="*/ 2147483647 h 105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943"/>
                <a:gd name="T106" fmla="*/ 0 h 1055"/>
                <a:gd name="T107" fmla="*/ 943 w 943"/>
                <a:gd name="T108" fmla="*/ 1055 h 105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943" h="1055">
                  <a:moveTo>
                    <a:pt x="664" y="40"/>
                  </a:moveTo>
                  <a:lnTo>
                    <a:pt x="702" y="0"/>
                  </a:lnTo>
                  <a:lnTo>
                    <a:pt x="767" y="45"/>
                  </a:lnTo>
                  <a:lnTo>
                    <a:pt x="805" y="107"/>
                  </a:lnTo>
                  <a:lnTo>
                    <a:pt x="849" y="124"/>
                  </a:lnTo>
                  <a:lnTo>
                    <a:pt x="903" y="175"/>
                  </a:lnTo>
                  <a:lnTo>
                    <a:pt x="943" y="235"/>
                  </a:lnTo>
                  <a:lnTo>
                    <a:pt x="903" y="226"/>
                  </a:lnTo>
                  <a:lnTo>
                    <a:pt x="843" y="249"/>
                  </a:lnTo>
                  <a:lnTo>
                    <a:pt x="805" y="277"/>
                  </a:lnTo>
                  <a:lnTo>
                    <a:pt x="789" y="333"/>
                  </a:lnTo>
                  <a:lnTo>
                    <a:pt x="740" y="305"/>
                  </a:lnTo>
                  <a:lnTo>
                    <a:pt x="697" y="277"/>
                  </a:lnTo>
                  <a:lnTo>
                    <a:pt x="675" y="300"/>
                  </a:lnTo>
                  <a:lnTo>
                    <a:pt x="631" y="288"/>
                  </a:lnTo>
                  <a:lnTo>
                    <a:pt x="626" y="311"/>
                  </a:lnTo>
                  <a:lnTo>
                    <a:pt x="671" y="348"/>
                  </a:lnTo>
                  <a:lnTo>
                    <a:pt x="631" y="384"/>
                  </a:lnTo>
                  <a:lnTo>
                    <a:pt x="669" y="418"/>
                  </a:lnTo>
                  <a:lnTo>
                    <a:pt x="697" y="469"/>
                  </a:lnTo>
                  <a:lnTo>
                    <a:pt x="712" y="503"/>
                  </a:lnTo>
                  <a:lnTo>
                    <a:pt x="708" y="593"/>
                  </a:lnTo>
                  <a:lnTo>
                    <a:pt x="686" y="667"/>
                  </a:lnTo>
                  <a:lnTo>
                    <a:pt x="642" y="684"/>
                  </a:lnTo>
                  <a:lnTo>
                    <a:pt x="644" y="744"/>
                  </a:lnTo>
                  <a:lnTo>
                    <a:pt x="644" y="801"/>
                  </a:lnTo>
                  <a:lnTo>
                    <a:pt x="621" y="887"/>
                  </a:lnTo>
                  <a:lnTo>
                    <a:pt x="588" y="938"/>
                  </a:lnTo>
                  <a:lnTo>
                    <a:pt x="535" y="928"/>
                  </a:lnTo>
                  <a:lnTo>
                    <a:pt x="485" y="972"/>
                  </a:lnTo>
                  <a:lnTo>
                    <a:pt x="430" y="955"/>
                  </a:lnTo>
                  <a:lnTo>
                    <a:pt x="381" y="944"/>
                  </a:lnTo>
                  <a:lnTo>
                    <a:pt x="365" y="983"/>
                  </a:lnTo>
                  <a:lnTo>
                    <a:pt x="339" y="1009"/>
                  </a:lnTo>
                  <a:lnTo>
                    <a:pt x="314" y="1040"/>
                  </a:lnTo>
                  <a:lnTo>
                    <a:pt x="291" y="1055"/>
                  </a:lnTo>
                  <a:lnTo>
                    <a:pt x="251" y="1006"/>
                  </a:lnTo>
                  <a:lnTo>
                    <a:pt x="267" y="961"/>
                  </a:lnTo>
                  <a:lnTo>
                    <a:pt x="229" y="972"/>
                  </a:lnTo>
                  <a:lnTo>
                    <a:pt x="159" y="978"/>
                  </a:lnTo>
                  <a:lnTo>
                    <a:pt x="88" y="978"/>
                  </a:lnTo>
                  <a:lnTo>
                    <a:pt x="36" y="1015"/>
                  </a:lnTo>
                  <a:lnTo>
                    <a:pt x="0" y="988"/>
                  </a:lnTo>
                  <a:lnTo>
                    <a:pt x="45" y="950"/>
                  </a:lnTo>
                  <a:lnTo>
                    <a:pt x="99" y="910"/>
                  </a:lnTo>
                  <a:lnTo>
                    <a:pt x="191" y="882"/>
                  </a:lnTo>
                  <a:lnTo>
                    <a:pt x="236" y="887"/>
                  </a:lnTo>
                  <a:lnTo>
                    <a:pt x="281" y="905"/>
                  </a:lnTo>
                  <a:lnTo>
                    <a:pt x="322" y="882"/>
                  </a:lnTo>
                  <a:lnTo>
                    <a:pt x="327" y="836"/>
                  </a:lnTo>
                  <a:lnTo>
                    <a:pt x="360" y="797"/>
                  </a:lnTo>
                  <a:lnTo>
                    <a:pt x="371" y="757"/>
                  </a:lnTo>
                  <a:lnTo>
                    <a:pt x="392" y="729"/>
                  </a:lnTo>
                  <a:lnTo>
                    <a:pt x="414" y="780"/>
                  </a:lnTo>
                  <a:lnTo>
                    <a:pt x="479" y="746"/>
                  </a:lnTo>
                  <a:lnTo>
                    <a:pt x="512" y="684"/>
                  </a:lnTo>
                  <a:lnTo>
                    <a:pt x="528" y="639"/>
                  </a:lnTo>
                  <a:lnTo>
                    <a:pt x="555" y="599"/>
                  </a:lnTo>
                  <a:lnTo>
                    <a:pt x="572" y="554"/>
                  </a:lnTo>
                  <a:lnTo>
                    <a:pt x="563" y="489"/>
                  </a:lnTo>
                  <a:lnTo>
                    <a:pt x="555" y="458"/>
                  </a:lnTo>
                  <a:lnTo>
                    <a:pt x="593" y="430"/>
                  </a:lnTo>
                  <a:lnTo>
                    <a:pt x="576" y="376"/>
                  </a:lnTo>
                  <a:lnTo>
                    <a:pt x="566" y="328"/>
                  </a:lnTo>
                  <a:lnTo>
                    <a:pt x="599" y="294"/>
                  </a:lnTo>
                  <a:lnTo>
                    <a:pt x="603" y="221"/>
                  </a:lnTo>
                  <a:lnTo>
                    <a:pt x="648" y="203"/>
                  </a:lnTo>
                  <a:lnTo>
                    <a:pt x="680" y="147"/>
                  </a:lnTo>
                  <a:lnTo>
                    <a:pt x="696" y="103"/>
                  </a:lnTo>
                  <a:lnTo>
                    <a:pt x="664" y="4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 dirty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5" name="Freeform 98">
              <a:extLst>
                <a:ext uri="{FF2B5EF4-FFF2-40B4-BE49-F238E27FC236}">
                  <a16:creationId xmlns:a16="http://schemas.microsoft.com/office/drawing/2014/main" id="{97188B50-C2E3-EC10-00AC-2F45B92A3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8909" y="2635620"/>
              <a:ext cx="94108" cy="145084"/>
            </a:xfrm>
            <a:custGeom>
              <a:avLst/>
              <a:gdLst>
                <a:gd name="T0" fmla="*/ 2147483647 w 317"/>
                <a:gd name="T1" fmla="*/ 2147483647 h 456"/>
                <a:gd name="T2" fmla="*/ 2147483647 w 317"/>
                <a:gd name="T3" fmla="*/ 2147483647 h 456"/>
                <a:gd name="T4" fmla="*/ 2147483647 w 317"/>
                <a:gd name="T5" fmla="*/ 2147483647 h 456"/>
                <a:gd name="T6" fmla="*/ 2147483647 w 317"/>
                <a:gd name="T7" fmla="*/ 2147483647 h 456"/>
                <a:gd name="T8" fmla="*/ 2147483647 w 317"/>
                <a:gd name="T9" fmla="*/ 2147483647 h 456"/>
                <a:gd name="T10" fmla="*/ 2147483647 w 317"/>
                <a:gd name="T11" fmla="*/ 2147483647 h 456"/>
                <a:gd name="T12" fmla="*/ 2147483647 w 317"/>
                <a:gd name="T13" fmla="*/ 2147483647 h 456"/>
                <a:gd name="T14" fmla="*/ 2147483647 w 317"/>
                <a:gd name="T15" fmla="*/ 0 h 456"/>
                <a:gd name="T16" fmla="*/ 2147483647 w 317"/>
                <a:gd name="T17" fmla="*/ 2147483647 h 456"/>
                <a:gd name="T18" fmla="*/ 0 w 317"/>
                <a:gd name="T19" fmla="*/ 2147483647 h 456"/>
                <a:gd name="T20" fmla="*/ 2147483647 w 317"/>
                <a:gd name="T21" fmla="*/ 2147483647 h 456"/>
                <a:gd name="T22" fmla="*/ 0 w 317"/>
                <a:gd name="T23" fmla="*/ 2147483647 h 456"/>
                <a:gd name="T24" fmla="*/ 2147483647 w 317"/>
                <a:gd name="T25" fmla="*/ 2147483647 h 456"/>
                <a:gd name="T26" fmla="*/ 2147483647 w 317"/>
                <a:gd name="T27" fmla="*/ 2147483647 h 456"/>
                <a:gd name="T28" fmla="*/ 2147483647 w 317"/>
                <a:gd name="T29" fmla="*/ 2147483647 h 456"/>
                <a:gd name="T30" fmla="*/ 2147483647 w 317"/>
                <a:gd name="T31" fmla="*/ 2147483647 h 4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17"/>
                <a:gd name="T49" fmla="*/ 0 h 456"/>
                <a:gd name="T50" fmla="*/ 317 w 317"/>
                <a:gd name="T51" fmla="*/ 456 h 4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17" h="456">
                  <a:moveTo>
                    <a:pt x="177" y="456"/>
                  </a:moveTo>
                  <a:lnTo>
                    <a:pt x="257" y="432"/>
                  </a:lnTo>
                  <a:lnTo>
                    <a:pt x="281" y="344"/>
                  </a:lnTo>
                  <a:lnTo>
                    <a:pt x="317" y="240"/>
                  </a:lnTo>
                  <a:lnTo>
                    <a:pt x="313" y="152"/>
                  </a:lnTo>
                  <a:lnTo>
                    <a:pt x="272" y="58"/>
                  </a:lnTo>
                  <a:lnTo>
                    <a:pt x="201" y="40"/>
                  </a:lnTo>
                  <a:lnTo>
                    <a:pt x="145" y="0"/>
                  </a:lnTo>
                  <a:lnTo>
                    <a:pt x="73" y="40"/>
                  </a:lnTo>
                  <a:lnTo>
                    <a:pt x="0" y="58"/>
                  </a:lnTo>
                  <a:lnTo>
                    <a:pt x="33" y="128"/>
                  </a:lnTo>
                  <a:lnTo>
                    <a:pt x="0" y="194"/>
                  </a:lnTo>
                  <a:lnTo>
                    <a:pt x="90" y="194"/>
                  </a:lnTo>
                  <a:lnTo>
                    <a:pt x="137" y="296"/>
                  </a:lnTo>
                  <a:lnTo>
                    <a:pt x="97" y="400"/>
                  </a:lnTo>
                  <a:lnTo>
                    <a:pt x="177" y="45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6" name="Freeform 99">
              <a:extLst>
                <a:ext uri="{FF2B5EF4-FFF2-40B4-BE49-F238E27FC236}">
                  <a16:creationId xmlns:a16="http://schemas.microsoft.com/office/drawing/2014/main" id="{55B87608-9D3F-D2C7-E0DD-8D2C67B50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310" y="2619935"/>
              <a:ext cx="101952" cy="90186"/>
            </a:xfrm>
            <a:custGeom>
              <a:avLst/>
              <a:gdLst>
                <a:gd name="T0" fmla="*/ 2147483647 w 317"/>
                <a:gd name="T1" fmla="*/ 2147483647 h 272"/>
                <a:gd name="T2" fmla="*/ 2147483647 w 317"/>
                <a:gd name="T3" fmla="*/ 2147483647 h 272"/>
                <a:gd name="T4" fmla="*/ 2147483647 w 317"/>
                <a:gd name="T5" fmla="*/ 2147483647 h 272"/>
                <a:gd name="T6" fmla="*/ 2147483647 w 317"/>
                <a:gd name="T7" fmla="*/ 2147483647 h 272"/>
                <a:gd name="T8" fmla="*/ 2147483647 w 317"/>
                <a:gd name="T9" fmla="*/ 2147483647 h 272"/>
                <a:gd name="T10" fmla="*/ 2147483647 w 317"/>
                <a:gd name="T11" fmla="*/ 2147483647 h 272"/>
                <a:gd name="T12" fmla="*/ 2147483647 w 317"/>
                <a:gd name="T13" fmla="*/ 2147483647 h 272"/>
                <a:gd name="T14" fmla="*/ 2147483647 w 317"/>
                <a:gd name="T15" fmla="*/ 0 h 272"/>
                <a:gd name="T16" fmla="*/ 2147483647 w 317"/>
                <a:gd name="T17" fmla="*/ 2147483647 h 272"/>
                <a:gd name="T18" fmla="*/ 2147483647 w 317"/>
                <a:gd name="T19" fmla="*/ 2147483647 h 272"/>
                <a:gd name="T20" fmla="*/ 0 w 317"/>
                <a:gd name="T21" fmla="*/ 2147483647 h 272"/>
                <a:gd name="T22" fmla="*/ 2147483647 w 317"/>
                <a:gd name="T23" fmla="*/ 2147483647 h 272"/>
                <a:gd name="T24" fmla="*/ 0 w 317"/>
                <a:gd name="T25" fmla="*/ 2147483647 h 272"/>
                <a:gd name="T26" fmla="*/ 2147483647 w 317"/>
                <a:gd name="T27" fmla="*/ 2147483647 h 272"/>
                <a:gd name="T28" fmla="*/ 2147483647 w 317"/>
                <a:gd name="T29" fmla="*/ 2147483647 h 2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7"/>
                <a:gd name="T46" fmla="*/ 0 h 272"/>
                <a:gd name="T47" fmla="*/ 317 w 317"/>
                <a:gd name="T48" fmla="*/ 272 h 2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7" h="272">
                  <a:moveTo>
                    <a:pt x="136" y="272"/>
                  </a:moveTo>
                  <a:lnTo>
                    <a:pt x="136" y="226"/>
                  </a:lnTo>
                  <a:lnTo>
                    <a:pt x="136" y="136"/>
                  </a:lnTo>
                  <a:lnTo>
                    <a:pt x="230" y="144"/>
                  </a:lnTo>
                  <a:lnTo>
                    <a:pt x="286" y="136"/>
                  </a:lnTo>
                  <a:lnTo>
                    <a:pt x="317" y="45"/>
                  </a:lnTo>
                  <a:lnTo>
                    <a:pt x="262" y="16"/>
                  </a:lnTo>
                  <a:lnTo>
                    <a:pt x="181" y="0"/>
                  </a:lnTo>
                  <a:lnTo>
                    <a:pt x="126" y="48"/>
                  </a:lnTo>
                  <a:lnTo>
                    <a:pt x="54" y="32"/>
                  </a:lnTo>
                  <a:lnTo>
                    <a:pt x="0" y="90"/>
                  </a:lnTo>
                  <a:lnTo>
                    <a:pt x="38" y="144"/>
                  </a:lnTo>
                  <a:lnTo>
                    <a:pt x="0" y="226"/>
                  </a:lnTo>
                  <a:lnTo>
                    <a:pt x="45" y="272"/>
                  </a:lnTo>
                  <a:lnTo>
                    <a:pt x="136" y="272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7" name="Freeform 104">
              <a:extLst>
                <a:ext uri="{FF2B5EF4-FFF2-40B4-BE49-F238E27FC236}">
                  <a16:creationId xmlns:a16="http://schemas.microsoft.com/office/drawing/2014/main" id="{DFF67C03-CC6F-5588-186E-1F16031A9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887" y="1521997"/>
              <a:ext cx="1458690" cy="674448"/>
            </a:xfrm>
            <a:custGeom>
              <a:avLst/>
              <a:gdLst>
                <a:gd name="T0" fmla="*/ 0 w 2171"/>
                <a:gd name="T1" fmla="*/ 2147483647 h 1006"/>
                <a:gd name="T2" fmla="*/ 2147483647 w 2171"/>
                <a:gd name="T3" fmla="*/ 2147483647 h 1006"/>
                <a:gd name="T4" fmla="*/ 2147483647 w 2171"/>
                <a:gd name="T5" fmla="*/ 2147483647 h 1006"/>
                <a:gd name="T6" fmla="*/ 2147483647 w 2171"/>
                <a:gd name="T7" fmla="*/ 2147483647 h 1006"/>
                <a:gd name="T8" fmla="*/ 2147483647 w 2171"/>
                <a:gd name="T9" fmla="*/ 2147483647 h 1006"/>
                <a:gd name="T10" fmla="*/ 2147483647 w 2171"/>
                <a:gd name="T11" fmla="*/ 2147483647 h 1006"/>
                <a:gd name="T12" fmla="*/ 2147483647 w 2171"/>
                <a:gd name="T13" fmla="*/ 2147483647 h 1006"/>
                <a:gd name="T14" fmla="*/ 2147483647 w 2171"/>
                <a:gd name="T15" fmla="*/ 2147483647 h 1006"/>
                <a:gd name="T16" fmla="*/ 2147483647 w 2171"/>
                <a:gd name="T17" fmla="*/ 2147483647 h 1006"/>
                <a:gd name="T18" fmla="*/ 2147483647 w 2171"/>
                <a:gd name="T19" fmla="*/ 2147483647 h 1006"/>
                <a:gd name="T20" fmla="*/ 2147483647 w 2171"/>
                <a:gd name="T21" fmla="*/ 2147483647 h 1006"/>
                <a:gd name="T22" fmla="*/ 2147483647 w 2171"/>
                <a:gd name="T23" fmla="*/ 2147483647 h 1006"/>
                <a:gd name="T24" fmla="*/ 2147483647 w 2171"/>
                <a:gd name="T25" fmla="*/ 2147483647 h 1006"/>
                <a:gd name="T26" fmla="*/ 2147483647 w 2171"/>
                <a:gd name="T27" fmla="*/ 2147483647 h 1006"/>
                <a:gd name="T28" fmla="*/ 2147483647 w 2171"/>
                <a:gd name="T29" fmla="*/ 2147483647 h 1006"/>
                <a:gd name="T30" fmla="*/ 2147483647 w 2171"/>
                <a:gd name="T31" fmla="*/ 2147483647 h 1006"/>
                <a:gd name="T32" fmla="*/ 2147483647 w 2171"/>
                <a:gd name="T33" fmla="*/ 2147483647 h 1006"/>
                <a:gd name="T34" fmla="*/ 2147483647 w 2171"/>
                <a:gd name="T35" fmla="*/ 2147483647 h 1006"/>
                <a:gd name="T36" fmla="*/ 2147483647 w 2171"/>
                <a:gd name="T37" fmla="*/ 2147483647 h 1006"/>
                <a:gd name="T38" fmla="*/ 2147483647 w 2171"/>
                <a:gd name="T39" fmla="*/ 2147483647 h 1006"/>
                <a:gd name="T40" fmla="*/ 2147483647 w 2171"/>
                <a:gd name="T41" fmla="*/ 2147483647 h 1006"/>
                <a:gd name="T42" fmla="*/ 2147483647 w 2171"/>
                <a:gd name="T43" fmla="*/ 2147483647 h 1006"/>
                <a:gd name="T44" fmla="*/ 2147483647 w 2171"/>
                <a:gd name="T45" fmla="*/ 2147483647 h 1006"/>
                <a:gd name="T46" fmla="*/ 2147483647 w 2171"/>
                <a:gd name="T47" fmla="*/ 2147483647 h 1006"/>
                <a:gd name="T48" fmla="*/ 2147483647 w 2171"/>
                <a:gd name="T49" fmla="*/ 2147483647 h 1006"/>
                <a:gd name="T50" fmla="*/ 2147483647 w 2171"/>
                <a:gd name="T51" fmla="*/ 2147483647 h 1006"/>
                <a:gd name="T52" fmla="*/ 2147483647 w 2171"/>
                <a:gd name="T53" fmla="*/ 2147483647 h 1006"/>
                <a:gd name="T54" fmla="*/ 2147483647 w 2171"/>
                <a:gd name="T55" fmla="*/ 2147483647 h 1006"/>
                <a:gd name="T56" fmla="*/ 2147483647 w 2171"/>
                <a:gd name="T57" fmla="*/ 2147483647 h 1006"/>
                <a:gd name="T58" fmla="*/ 2147483647 w 2171"/>
                <a:gd name="T59" fmla="*/ 2147483647 h 1006"/>
                <a:gd name="T60" fmla="*/ 2147483647 w 2171"/>
                <a:gd name="T61" fmla="*/ 2147483647 h 1006"/>
                <a:gd name="T62" fmla="*/ 2147483647 w 2171"/>
                <a:gd name="T63" fmla="*/ 2147483647 h 1006"/>
                <a:gd name="T64" fmla="*/ 2147483647 w 2171"/>
                <a:gd name="T65" fmla="*/ 0 h 1006"/>
                <a:gd name="T66" fmla="*/ 2147483647 w 2171"/>
                <a:gd name="T67" fmla="*/ 2147483647 h 1006"/>
                <a:gd name="T68" fmla="*/ 2147483647 w 2171"/>
                <a:gd name="T69" fmla="*/ 2147483647 h 1006"/>
                <a:gd name="T70" fmla="*/ 2147483647 w 2171"/>
                <a:gd name="T71" fmla="*/ 2147483647 h 1006"/>
                <a:gd name="T72" fmla="*/ 2147483647 w 2171"/>
                <a:gd name="T73" fmla="*/ 2147483647 h 1006"/>
                <a:gd name="T74" fmla="*/ 2147483647 w 2171"/>
                <a:gd name="T75" fmla="*/ 2147483647 h 1006"/>
                <a:gd name="T76" fmla="*/ 2147483647 w 2171"/>
                <a:gd name="T77" fmla="*/ 2147483647 h 1006"/>
                <a:gd name="T78" fmla="*/ 2147483647 w 2171"/>
                <a:gd name="T79" fmla="*/ 2147483647 h 100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171"/>
                <a:gd name="T121" fmla="*/ 0 h 1006"/>
                <a:gd name="T122" fmla="*/ 2171 w 2171"/>
                <a:gd name="T123" fmla="*/ 1006 h 100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171" h="1006">
                  <a:moveTo>
                    <a:pt x="63" y="279"/>
                  </a:moveTo>
                  <a:lnTo>
                    <a:pt x="0" y="295"/>
                  </a:lnTo>
                  <a:lnTo>
                    <a:pt x="72" y="313"/>
                  </a:lnTo>
                  <a:lnTo>
                    <a:pt x="80" y="354"/>
                  </a:lnTo>
                  <a:lnTo>
                    <a:pt x="146" y="366"/>
                  </a:lnTo>
                  <a:lnTo>
                    <a:pt x="255" y="471"/>
                  </a:lnTo>
                  <a:lnTo>
                    <a:pt x="273" y="558"/>
                  </a:lnTo>
                  <a:lnTo>
                    <a:pt x="252" y="637"/>
                  </a:lnTo>
                  <a:lnTo>
                    <a:pt x="281" y="684"/>
                  </a:lnTo>
                  <a:lnTo>
                    <a:pt x="362" y="706"/>
                  </a:lnTo>
                  <a:lnTo>
                    <a:pt x="395" y="687"/>
                  </a:lnTo>
                  <a:lnTo>
                    <a:pt x="464" y="720"/>
                  </a:lnTo>
                  <a:lnTo>
                    <a:pt x="494" y="756"/>
                  </a:lnTo>
                  <a:lnTo>
                    <a:pt x="552" y="762"/>
                  </a:lnTo>
                  <a:lnTo>
                    <a:pt x="615" y="868"/>
                  </a:lnTo>
                  <a:lnTo>
                    <a:pt x="636" y="925"/>
                  </a:lnTo>
                  <a:lnTo>
                    <a:pt x="713" y="916"/>
                  </a:lnTo>
                  <a:lnTo>
                    <a:pt x="819" y="922"/>
                  </a:lnTo>
                  <a:lnTo>
                    <a:pt x="894" y="936"/>
                  </a:lnTo>
                  <a:lnTo>
                    <a:pt x="969" y="922"/>
                  </a:lnTo>
                  <a:lnTo>
                    <a:pt x="1025" y="958"/>
                  </a:lnTo>
                  <a:lnTo>
                    <a:pt x="1095" y="979"/>
                  </a:lnTo>
                  <a:lnTo>
                    <a:pt x="1148" y="1000"/>
                  </a:lnTo>
                  <a:lnTo>
                    <a:pt x="1190" y="1006"/>
                  </a:lnTo>
                  <a:lnTo>
                    <a:pt x="1244" y="991"/>
                  </a:lnTo>
                  <a:lnTo>
                    <a:pt x="1266" y="951"/>
                  </a:lnTo>
                  <a:lnTo>
                    <a:pt x="1337" y="940"/>
                  </a:lnTo>
                  <a:lnTo>
                    <a:pt x="1388" y="945"/>
                  </a:lnTo>
                  <a:lnTo>
                    <a:pt x="1454" y="937"/>
                  </a:lnTo>
                  <a:lnTo>
                    <a:pt x="1532" y="924"/>
                  </a:lnTo>
                  <a:lnTo>
                    <a:pt x="1590" y="874"/>
                  </a:lnTo>
                  <a:lnTo>
                    <a:pt x="1655" y="825"/>
                  </a:lnTo>
                  <a:lnTo>
                    <a:pt x="1632" y="733"/>
                  </a:lnTo>
                  <a:lnTo>
                    <a:pt x="1661" y="709"/>
                  </a:lnTo>
                  <a:lnTo>
                    <a:pt x="1692" y="703"/>
                  </a:lnTo>
                  <a:lnTo>
                    <a:pt x="1745" y="724"/>
                  </a:lnTo>
                  <a:lnTo>
                    <a:pt x="1793" y="715"/>
                  </a:lnTo>
                  <a:lnTo>
                    <a:pt x="1826" y="691"/>
                  </a:lnTo>
                  <a:lnTo>
                    <a:pt x="1848" y="666"/>
                  </a:lnTo>
                  <a:lnTo>
                    <a:pt x="1887" y="657"/>
                  </a:lnTo>
                  <a:lnTo>
                    <a:pt x="1979" y="561"/>
                  </a:lnTo>
                  <a:lnTo>
                    <a:pt x="2034" y="547"/>
                  </a:lnTo>
                  <a:lnTo>
                    <a:pt x="2082" y="543"/>
                  </a:lnTo>
                  <a:lnTo>
                    <a:pt x="2165" y="546"/>
                  </a:lnTo>
                  <a:lnTo>
                    <a:pt x="2171" y="510"/>
                  </a:lnTo>
                  <a:lnTo>
                    <a:pt x="2156" y="477"/>
                  </a:lnTo>
                  <a:lnTo>
                    <a:pt x="2073" y="405"/>
                  </a:lnTo>
                  <a:lnTo>
                    <a:pt x="2021" y="411"/>
                  </a:lnTo>
                  <a:lnTo>
                    <a:pt x="1962" y="441"/>
                  </a:lnTo>
                  <a:lnTo>
                    <a:pt x="1904" y="424"/>
                  </a:lnTo>
                  <a:lnTo>
                    <a:pt x="1901" y="381"/>
                  </a:lnTo>
                  <a:lnTo>
                    <a:pt x="1952" y="223"/>
                  </a:lnTo>
                  <a:lnTo>
                    <a:pt x="1863" y="198"/>
                  </a:lnTo>
                  <a:lnTo>
                    <a:pt x="1791" y="204"/>
                  </a:lnTo>
                  <a:lnTo>
                    <a:pt x="1736" y="240"/>
                  </a:lnTo>
                  <a:lnTo>
                    <a:pt x="1653" y="280"/>
                  </a:lnTo>
                  <a:lnTo>
                    <a:pt x="1553" y="288"/>
                  </a:lnTo>
                  <a:lnTo>
                    <a:pt x="1457" y="288"/>
                  </a:lnTo>
                  <a:lnTo>
                    <a:pt x="1421" y="250"/>
                  </a:lnTo>
                  <a:lnTo>
                    <a:pt x="1293" y="180"/>
                  </a:lnTo>
                  <a:lnTo>
                    <a:pt x="1130" y="195"/>
                  </a:lnTo>
                  <a:lnTo>
                    <a:pt x="1067" y="193"/>
                  </a:lnTo>
                  <a:lnTo>
                    <a:pt x="995" y="123"/>
                  </a:lnTo>
                  <a:lnTo>
                    <a:pt x="983" y="60"/>
                  </a:lnTo>
                  <a:lnTo>
                    <a:pt x="916" y="20"/>
                  </a:lnTo>
                  <a:lnTo>
                    <a:pt x="865" y="0"/>
                  </a:lnTo>
                  <a:lnTo>
                    <a:pt x="769" y="0"/>
                  </a:lnTo>
                  <a:lnTo>
                    <a:pt x="714" y="36"/>
                  </a:lnTo>
                  <a:lnTo>
                    <a:pt x="722" y="165"/>
                  </a:lnTo>
                  <a:lnTo>
                    <a:pt x="689" y="213"/>
                  </a:lnTo>
                  <a:lnTo>
                    <a:pt x="633" y="219"/>
                  </a:lnTo>
                  <a:lnTo>
                    <a:pt x="524" y="222"/>
                  </a:lnTo>
                  <a:lnTo>
                    <a:pt x="482" y="153"/>
                  </a:lnTo>
                  <a:lnTo>
                    <a:pt x="423" y="144"/>
                  </a:lnTo>
                  <a:lnTo>
                    <a:pt x="351" y="130"/>
                  </a:lnTo>
                  <a:lnTo>
                    <a:pt x="285" y="133"/>
                  </a:lnTo>
                  <a:lnTo>
                    <a:pt x="257" y="171"/>
                  </a:lnTo>
                  <a:lnTo>
                    <a:pt x="212" y="205"/>
                  </a:lnTo>
                  <a:lnTo>
                    <a:pt x="143" y="220"/>
                  </a:lnTo>
                  <a:lnTo>
                    <a:pt x="63" y="279"/>
                  </a:lnTo>
                  <a:close/>
                </a:path>
              </a:pathLst>
            </a:custGeom>
            <a:solidFill>
              <a:schemeClr val="bg1"/>
            </a:solidFill>
            <a:ln w="3175" cmpd="sng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 kern="0">
                <a:solidFill>
                  <a:sysClr val="windowText" lastClr="000000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6EA0A39-DD62-68C4-9020-66F14262A12F}"/>
              </a:ext>
            </a:extLst>
          </p:cNvPr>
          <p:cNvSpPr/>
          <p:nvPr/>
        </p:nvSpPr>
        <p:spPr>
          <a:xfrm>
            <a:off x="2299871" y="5033690"/>
            <a:ext cx="216000" cy="712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A37B3995-1020-07DE-6434-C57AAA615223}"/>
              </a:ext>
            </a:extLst>
          </p:cNvPr>
          <p:cNvSpPr/>
          <p:nvPr/>
        </p:nvSpPr>
        <p:spPr>
          <a:xfrm>
            <a:off x="1657551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0F01A311-B1F8-931E-8A16-823648B6AB38}"/>
              </a:ext>
            </a:extLst>
          </p:cNvPr>
          <p:cNvSpPr/>
          <p:nvPr/>
        </p:nvSpPr>
        <p:spPr>
          <a:xfrm>
            <a:off x="1019761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8F4F576-F2AC-BED2-9563-3FBC9434AF0A}"/>
              </a:ext>
            </a:extLst>
          </p:cNvPr>
          <p:cNvSpPr/>
          <p:nvPr/>
        </p:nvSpPr>
        <p:spPr>
          <a:xfrm>
            <a:off x="2083614" y="5033690"/>
            <a:ext cx="216000" cy="71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A2EBD1-E784-459E-EE6E-7C1B72BCF7ED}"/>
              </a:ext>
            </a:extLst>
          </p:cNvPr>
          <p:cNvSpPr/>
          <p:nvPr/>
        </p:nvSpPr>
        <p:spPr>
          <a:xfrm>
            <a:off x="778433" y="5033690"/>
            <a:ext cx="241200" cy="7128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F0C7A74-C41D-5B0B-4B9F-63F615310A7E}"/>
              </a:ext>
            </a:extLst>
          </p:cNvPr>
          <p:cNvSpPr/>
          <p:nvPr/>
        </p:nvSpPr>
        <p:spPr>
          <a:xfrm>
            <a:off x="2731871" y="5033690"/>
            <a:ext cx="216000" cy="71283"/>
          </a:xfrm>
          <a:prstGeom prst="rect">
            <a:avLst/>
          </a:prstGeom>
          <a:solidFill>
            <a:srgbClr val="F6BD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758487A-7C4F-A135-7209-C7FFA0BA9E2A}"/>
              </a:ext>
            </a:extLst>
          </p:cNvPr>
          <p:cNvSpPr/>
          <p:nvPr/>
        </p:nvSpPr>
        <p:spPr>
          <a:xfrm>
            <a:off x="3163416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F0747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68D5802A-A001-108D-6916-CC32B25D7567}"/>
              </a:ext>
            </a:extLst>
          </p:cNvPr>
          <p:cNvSpPr/>
          <p:nvPr/>
        </p:nvSpPr>
        <p:spPr>
          <a:xfrm>
            <a:off x="3589783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EA4C4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1E19362-E35B-5610-5921-BB2419141471}"/>
              </a:ext>
            </a:extLst>
          </p:cNvPr>
          <p:cNvSpPr/>
          <p:nvPr/>
        </p:nvSpPr>
        <p:spPr>
          <a:xfrm>
            <a:off x="2948128" y="5033690"/>
            <a:ext cx="216000" cy="71283"/>
          </a:xfrm>
          <a:prstGeom prst="rect">
            <a:avLst/>
          </a:prstGeom>
          <a:solidFill>
            <a:srgbClr val="F1959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1B1CE02-4F08-0108-2A1A-316AB53EFF38}"/>
              </a:ext>
            </a:extLst>
          </p:cNvPr>
          <p:cNvSpPr/>
          <p:nvPr/>
        </p:nvSpPr>
        <p:spPr>
          <a:xfrm>
            <a:off x="4201664" y="5033690"/>
            <a:ext cx="241071" cy="71283"/>
          </a:xfrm>
          <a:prstGeom prst="rect">
            <a:avLst/>
          </a:prstGeom>
          <a:solidFill>
            <a:srgbClr val="DC1C1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D76D56-6EF1-5431-FA33-7E43B6FF538E}"/>
              </a:ext>
            </a:extLst>
          </p:cNvPr>
          <p:cNvSpPr txBox="1"/>
          <p:nvPr/>
        </p:nvSpPr>
        <p:spPr>
          <a:xfrm>
            <a:off x="2801351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0.5%</a:t>
            </a:r>
            <a:endParaRPr lang="ko-KR" altLang="en-US" sz="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F22291-9ABC-BC01-AAF9-EFBC09D9BBE6}"/>
              </a:ext>
            </a:extLst>
          </p:cNvPr>
          <p:cNvSpPr txBox="1"/>
          <p:nvPr/>
        </p:nvSpPr>
        <p:spPr>
          <a:xfrm>
            <a:off x="3003647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1.0%</a:t>
            </a:r>
            <a:endParaRPr lang="ko-KR" altLang="en-US" sz="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221ED9-BE47-8F6F-220D-E10B24796E43}"/>
              </a:ext>
            </a:extLst>
          </p:cNvPr>
          <p:cNvSpPr txBox="1"/>
          <p:nvPr/>
        </p:nvSpPr>
        <p:spPr>
          <a:xfrm>
            <a:off x="3410955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2.0%</a:t>
            </a:r>
            <a:endParaRPr lang="ko-KR" altLang="en-US" sz="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470971-47DA-15D5-29AF-69FE5D29A8D2}"/>
              </a:ext>
            </a:extLst>
          </p:cNvPr>
          <p:cNvSpPr txBox="1"/>
          <p:nvPr/>
        </p:nvSpPr>
        <p:spPr>
          <a:xfrm>
            <a:off x="4069835" y="4888572"/>
            <a:ext cx="29321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3.5%</a:t>
            </a:r>
            <a:endParaRPr lang="ko-KR" altLang="en-US" sz="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0CFDC0-7024-4249-43C9-24594D411A73}"/>
              </a:ext>
            </a:extLst>
          </p:cNvPr>
          <p:cNvSpPr txBox="1"/>
          <p:nvPr/>
        </p:nvSpPr>
        <p:spPr>
          <a:xfrm>
            <a:off x="195104" y="4976998"/>
            <a:ext cx="9676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Volatility Scale</a:t>
            </a:r>
            <a:endParaRPr lang="ko-KR" altLang="en-US" sz="600" i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F0035AB-DAF5-C744-EB4A-9A052731962D}"/>
              </a:ext>
            </a:extLst>
          </p:cNvPr>
          <p:cNvSpPr/>
          <p:nvPr/>
        </p:nvSpPr>
        <p:spPr>
          <a:xfrm>
            <a:off x="2515871" y="5033690"/>
            <a:ext cx="216000" cy="7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300A7E3-B745-2843-BA26-5AD7E8ADD809}"/>
              </a:ext>
            </a:extLst>
          </p:cNvPr>
          <p:cNvCxnSpPr>
            <a:cxnSpLocks/>
          </p:cNvCxnSpPr>
          <p:nvPr/>
        </p:nvCxnSpPr>
        <p:spPr>
          <a:xfrm>
            <a:off x="1019633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052EE84-27B6-4E16-D94E-81AC9DB80DCC}"/>
              </a:ext>
            </a:extLst>
          </p:cNvPr>
          <p:cNvCxnSpPr>
            <a:cxnSpLocks/>
          </p:cNvCxnSpPr>
          <p:nvPr/>
        </p:nvCxnSpPr>
        <p:spPr>
          <a:xfrm>
            <a:off x="1660727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1C0C183-EF2A-9B5F-9719-E9CFCFF697C6}"/>
              </a:ext>
            </a:extLst>
          </p:cNvPr>
          <p:cNvCxnSpPr>
            <a:cxnSpLocks/>
          </p:cNvCxnSpPr>
          <p:nvPr/>
        </p:nvCxnSpPr>
        <p:spPr>
          <a:xfrm>
            <a:off x="2083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57580FD-4DD8-C227-1257-793A59EA6AE0}"/>
              </a:ext>
            </a:extLst>
          </p:cNvPr>
          <p:cNvCxnSpPr>
            <a:cxnSpLocks/>
          </p:cNvCxnSpPr>
          <p:nvPr/>
        </p:nvCxnSpPr>
        <p:spPr>
          <a:xfrm>
            <a:off x="2299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CA630E6-0282-EA85-078E-42A9168C6C84}"/>
              </a:ext>
            </a:extLst>
          </p:cNvPr>
          <p:cNvCxnSpPr>
            <a:cxnSpLocks/>
          </p:cNvCxnSpPr>
          <p:nvPr/>
        </p:nvCxnSpPr>
        <p:spPr>
          <a:xfrm>
            <a:off x="294787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C7BB26B-D1E2-57C8-16A1-E401BE6FDA94}"/>
              </a:ext>
            </a:extLst>
          </p:cNvPr>
          <p:cNvCxnSpPr>
            <a:cxnSpLocks/>
          </p:cNvCxnSpPr>
          <p:nvPr/>
        </p:nvCxnSpPr>
        <p:spPr>
          <a:xfrm>
            <a:off x="31638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9568ECD2-1C62-AE93-554A-7029058450F9}"/>
              </a:ext>
            </a:extLst>
          </p:cNvPr>
          <p:cNvCxnSpPr>
            <a:cxnSpLocks/>
          </p:cNvCxnSpPr>
          <p:nvPr/>
        </p:nvCxnSpPr>
        <p:spPr>
          <a:xfrm>
            <a:off x="359018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ECD2FB9-DF15-9AA8-BEAC-0CB005ADB899}"/>
              </a:ext>
            </a:extLst>
          </p:cNvPr>
          <p:cNvCxnSpPr>
            <a:cxnSpLocks/>
          </p:cNvCxnSpPr>
          <p:nvPr/>
        </p:nvCxnSpPr>
        <p:spPr>
          <a:xfrm>
            <a:off x="420166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6D07D69-6861-1515-0396-AC1E9A557A92}"/>
              </a:ext>
            </a:extLst>
          </p:cNvPr>
          <p:cNvCxnSpPr>
            <a:cxnSpLocks/>
          </p:cNvCxnSpPr>
          <p:nvPr/>
        </p:nvCxnSpPr>
        <p:spPr>
          <a:xfrm>
            <a:off x="3590181" y="4993302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52C9815-64A2-0FE2-375B-D9F9795695E2}"/>
              </a:ext>
            </a:extLst>
          </p:cNvPr>
          <p:cNvSpPr txBox="1"/>
          <p:nvPr/>
        </p:nvSpPr>
        <p:spPr>
          <a:xfrm>
            <a:off x="2142216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- 0.5%</a:t>
            </a:r>
            <a:endParaRPr lang="ko-KR" altLang="en-US" sz="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D59CC9-938D-3A04-64E6-932BF5D9D487}"/>
              </a:ext>
            </a:extLst>
          </p:cNvPr>
          <p:cNvSpPr txBox="1"/>
          <p:nvPr/>
        </p:nvSpPr>
        <p:spPr>
          <a:xfrm>
            <a:off x="1913860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-1.0%</a:t>
            </a:r>
            <a:endParaRPr lang="ko-KR" altLang="en-US" sz="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A28BB5-B170-078A-6CBF-76B4ABB0EC63}"/>
              </a:ext>
            </a:extLst>
          </p:cNvPr>
          <p:cNvSpPr txBox="1"/>
          <p:nvPr/>
        </p:nvSpPr>
        <p:spPr>
          <a:xfrm>
            <a:off x="1470322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-2.0%</a:t>
            </a:r>
            <a:endParaRPr lang="ko-KR" altLang="en-US" sz="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E320E8-68E8-D0BB-D746-586261B66A18}"/>
              </a:ext>
            </a:extLst>
          </p:cNvPr>
          <p:cNvSpPr txBox="1"/>
          <p:nvPr/>
        </p:nvSpPr>
        <p:spPr>
          <a:xfrm>
            <a:off x="872949" y="4888572"/>
            <a:ext cx="3212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-3.5%</a:t>
            </a:r>
            <a:endParaRPr lang="ko-KR" altLang="en-US" sz="4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E3BADEF6-05FF-45A6-E5F1-A21580EC3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03338"/>
              </p:ext>
            </p:extLst>
          </p:nvPr>
        </p:nvGraphicFramePr>
        <p:xfrm>
          <a:off x="250316" y="1714952"/>
          <a:ext cx="2971856" cy="860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64">
                  <a:extLst>
                    <a:ext uri="{9D8B030D-6E8A-4147-A177-3AD203B41FA5}">
                      <a16:colId xmlns:a16="http://schemas.microsoft.com/office/drawing/2014/main" val="1183480793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535558227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2008294751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80707980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Current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WoW(%)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MoM(%)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YTD(%)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82215"/>
                  </a:ext>
                </a:extLst>
              </a:tr>
              <a:tr h="212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1,367.36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-0.88%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-1.17%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-5.28%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108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Deviation from \n15 year High 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MDD(%)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RSI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Vol 20 Days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42874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-12.04%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-20.48%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11.84%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875653"/>
                  </a:ext>
                </a:extLst>
              </a:tr>
            </a:tbl>
          </a:graphicData>
        </a:graphic>
      </p:graphicFrame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977AC961-900A-9EAA-8C5F-D4DD16C84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146433"/>
              </p:ext>
            </p:extLst>
          </p:nvPr>
        </p:nvGraphicFramePr>
        <p:xfrm>
          <a:off x="251087" y="3795737"/>
          <a:ext cx="2971856" cy="860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64">
                  <a:extLst>
                    <a:ext uri="{9D8B030D-6E8A-4147-A177-3AD203B41FA5}">
                      <a16:colId xmlns:a16="http://schemas.microsoft.com/office/drawing/2014/main" val="75103002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305322336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690858120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220318415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Current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WoW(%)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MoM(%)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YTD(%)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596379"/>
                  </a:ext>
                </a:extLst>
              </a:tr>
              <a:tr h="212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6.7111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0.06%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-0.17%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-4.07%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393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Deviation from \n15 year High 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MDD(%)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RSI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Vol 20 Days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833843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-8.69%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-14.16%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1.12%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88963"/>
                  </a:ext>
                </a:extLst>
              </a:tr>
            </a:tbl>
          </a:graphicData>
        </a:graphic>
      </p:graphicFrame>
      <p:sp>
        <p:nvSpPr>
          <p:cNvPr id="80" name="타원 79">
            <a:extLst>
              <a:ext uri="{FF2B5EF4-FFF2-40B4-BE49-F238E27FC236}">
                <a16:creationId xmlns:a16="http://schemas.microsoft.com/office/drawing/2014/main" id="{F42A264E-CAE0-A948-1EB7-024A3B055991}"/>
              </a:ext>
            </a:extLst>
          </p:cNvPr>
          <p:cNvSpPr/>
          <p:nvPr/>
        </p:nvSpPr>
        <p:spPr>
          <a:xfrm>
            <a:off x="174111" y="3713791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CD3045CE-EB69-0D92-A139-301DCA070F3E}"/>
              </a:ext>
            </a:extLst>
          </p:cNvPr>
          <p:cNvCxnSpPr>
            <a:cxnSpLocks/>
          </p:cNvCxnSpPr>
          <p:nvPr/>
        </p:nvCxnSpPr>
        <p:spPr>
          <a:xfrm flipV="1">
            <a:off x="3222172" y="3418067"/>
            <a:ext cx="994271" cy="689379"/>
          </a:xfrm>
          <a:prstGeom prst="bentConnector3">
            <a:avLst>
              <a:gd name="adj1" fmla="val 50000"/>
            </a:avLst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67203859-9B98-56E6-C325-74AB56632AD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3222172" y="2145093"/>
            <a:ext cx="2431847" cy="1050881"/>
          </a:xfrm>
          <a:prstGeom prst="bentConnector3">
            <a:avLst>
              <a:gd name="adj1" fmla="val 50000"/>
            </a:avLst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E7CEB0A7-1E55-6A21-F900-4120984012FA}"/>
              </a:ext>
            </a:extLst>
          </p:cNvPr>
          <p:cNvCxnSpPr>
            <a:cxnSpLocks/>
            <a:stCxn id="95" idx="2"/>
          </p:cNvCxnSpPr>
          <p:nvPr/>
        </p:nvCxnSpPr>
        <p:spPr>
          <a:xfrm rot="5400000">
            <a:off x="6571303" y="2375595"/>
            <a:ext cx="635790" cy="1035071"/>
          </a:xfrm>
          <a:prstGeom prst="bentConnector2">
            <a:avLst/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2052BBD6-AA1F-0FDA-EFA4-50CF2C34C6BE}"/>
              </a:ext>
            </a:extLst>
          </p:cNvPr>
          <p:cNvCxnSpPr>
            <a:cxnSpLocks/>
            <a:stCxn id="97" idx="1"/>
          </p:cNvCxnSpPr>
          <p:nvPr/>
        </p:nvCxnSpPr>
        <p:spPr>
          <a:xfrm rot="10800000">
            <a:off x="5274211" y="4241718"/>
            <a:ext cx="646594" cy="302766"/>
          </a:xfrm>
          <a:prstGeom prst="bentConnector3">
            <a:avLst>
              <a:gd name="adj1" fmla="val 50000"/>
            </a:avLst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44EBE388-E1DC-48A5-2634-98B01E61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410313"/>
              </p:ext>
            </p:extLst>
          </p:nvPr>
        </p:nvGraphicFramePr>
        <p:xfrm>
          <a:off x="5920805" y="1714952"/>
          <a:ext cx="2971856" cy="860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64">
                  <a:extLst>
                    <a:ext uri="{9D8B030D-6E8A-4147-A177-3AD203B41FA5}">
                      <a16:colId xmlns:a16="http://schemas.microsoft.com/office/drawing/2014/main" val="75103002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305322336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690858120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220318415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Current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WoW(%)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MoM(%)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YTD(%)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596379"/>
                  </a:ext>
                </a:extLst>
              </a:tr>
              <a:tr h="212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158.81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1.72%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-0.28%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1.33%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393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Deviation from \n15 year High 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MDD(%)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RSI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Vol 20 Days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833843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-3.08%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-20.48%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11.70%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88963"/>
                  </a:ext>
                </a:extLst>
              </a:tr>
            </a:tbl>
          </a:graphicData>
        </a:graphic>
      </p:graphicFrame>
      <p:sp>
        <p:nvSpPr>
          <p:cNvPr id="78" name="타원 77">
            <a:extLst>
              <a:ext uri="{FF2B5EF4-FFF2-40B4-BE49-F238E27FC236}">
                <a16:creationId xmlns:a16="http://schemas.microsoft.com/office/drawing/2014/main" id="{07C060B9-3E24-A8C8-D58E-775194D6C7B8}"/>
              </a:ext>
            </a:extLst>
          </p:cNvPr>
          <p:cNvSpPr/>
          <p:nvPr/>
        </p:nvSpPr>
        <p:spPr>
          <a:xfrm>
            <a:off x="174111" y="1635757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49C66B2-35E5-FD96-F355-7C5D102C8A6F}"/>
              </a:ext>
            </a:extLst>
          </p:cNvPr>
          <p:cNvSpPr/>
          <p:nvPr/>
        </p:nvSpPr>
        <p:spPr>
          <a:xfrm>
            <a:off x="5841584" y="1627291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6D0BB7CC-9DBC-4FC0-55D7-EAC64EC29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546580"/>
              </p:ext>
            </p:extLst>
          </p:nvPr>
        </p:nvGraphicFramePr>
        <p:xfrm>
          <a:off x="5920805" y="4114343"/>
          <a:ext cx="2971856" cy="860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964">
                  <a:extLst>
                    <a:ext uri="{9D8B030D-6E8A-4147-A177-3AD203B41FA5}">
                      <a16:colId xmlns:a16="http://schemas.microsoft.com/office/drawing/2014/main" val="75103002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305322336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1690858120"/>
                    </a:ext>
                  </a:extLst>
                </a:gridCol>
                <a:gridCol w="742964">
                  <a:extLst>
                    <a:ext uri="{9D8B030D-6E8A-4147-A177-3AD203B41FA5}">
                      <a16:colId xmlns:a16="http://schemas.microsoft.com/office/drawing/2014/main" val="220318415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Current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+mn-lt"/>
                        </a:rPr>
                        <a:t>WoW(%)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MoM(%)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YTD(%)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596379"/>
                  </a:ext>
                </a:extLst>
              </a:tr>
              <a:tr h="2121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31.69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-0.49%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-0.35%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1.25%</a:t>
                      </a:r>
                      <a:endParaRPr lang="ko-KR" sz="800" b="0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0393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Deviation from \n15 year High 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MDD(%)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RSI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bg1"/>
                          </a:solidFill>
                          <a:latin typeface="+mn-lt"/>
                        </a:rPr>
                        <a:t>Vol 20 Days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833843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-6.03%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-94.45%</a:t>
                      </a:r>
                      <a:endParaRPr lang="ko-KR" sz="8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3.70%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588963"/>
                  </a:ext>
                </a:extLst>
              </a:tr>
            </a:tbl>
          </a:graphicData>
        </a:graphic>
      </p:graphicFrame>
      <p:sp>
        <p:nvSpPr>
          <p:cNvPr id="85" name="타원 84">
            <a:extLst>
              <a:ext uri="{FF2B5EF4-FFF2-40B4-BE49-F238E27FC236}">
                <a16:creationId xmlns:a16="http://schemas.microsoft.com/office/drawing/2014/main" id="{C0CEE69E-442F-AAA6-4557-02758282BCBA}"/>
              </a:ext>
            </a:extLst>
          </p:cNvPr>
          <p:cNvSpPr/>
          <p:nvPr/>
        </p:nvSpPr>
        <p:spPr>
          <a:xfrm>
            <a:off x="5841584" y="4008089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74E450-9DF5-8CD5-44A1-2DC88E21CE3D}"/>
              </a:ext>
            </a:extLst>
          </p:cNvPr>
          <p:cNvSpPr txBox="1"/>
          <p:nvPr/>
        </p:nvSpPr>
        <p:spPr>
          <a:xfrm>
            <a:off x="6689725" y="1305176"/>
            <a:ext cx="22828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i="1" dirty="0">
                <a:solidFill>
                  <a:schemeClr val="bg2">
                    <a:lumMod val="50000"/>
                  </a:schemeClr>
                </a:solidFill>
              </a:rPr>
              <a:t>※ All currencies were quoted with USD as the base currency</a:t>
            </a:r>
            <a:endParaRPr lang="ko-KR" altLang="en-US" sz="6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2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D51BF-F6BD-25D2-2962-8E3FF8CE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600" dirty="0"/>
              <a:t>FX Historical Trends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016B2E-D793-6270-B24A-0DDCC6C574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FICC-Currency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4A1A77-0EC9-102A-AA4E-2F9B1DE26C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USD/JPY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BD3C27B-B96B-221C-9C2D-924E0F9FB3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USD/CNY (5 Days Moving Average)	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69C4263-8066-C224-3EF0-FDBADB8861E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ko-KR" dirty="0"/>
              <a:t>USD/TWD (5 Days Moving Average)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BB1C96A-82DD-BA2D-1D04-1348598C06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Up-To-Date Historical Trends of notable currencies in East Asia  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3DA0F46-F954-D873-700C-C8DC22DC8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KRX, Yahoo Finance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597E4B7-1168-3D29-EDFF-E7D4CB612D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USD/KRW (5 Days Moving Average)	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C5DBD45-FE52-F769-E554-0930B20540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3" y="3397925"/>
            <a:ext cx="4320000" cy="1656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0EFCF33-3639-500F-161A-C6708F27F1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539" y="1489075"/>
            <a:ext cx="4320000" cy="1656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21B627B-6F0C-DDB2-7253-4480DD6948A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3" y="1489075"/>
            <a:ext cx="4320000" cy="1656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966D9BB-A06E-9F07-445E-D0EDB831A1F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957" y="3375377"/>
            <a:ext cx="4328582" cy="167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1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E0C31-7E52-EE64-DA41-F8AAD108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Weekly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2EF065-F93C-CF0D-F18B-B4EF02B8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FICC-Currency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AD1831-B73F-8404-2F7B-CF6A83D30F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Weekly 5 Minute Chart of USD/KRW vs. USD/JPY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32CF832-7C2F-8661-A184-1F15B919D2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Weekly flow dynamics and issue breakdowns for the Korean Won, the Japanese Yen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17AE13E-7B4D-33E5-8B96-8B094CAD00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KRX, Yahoo Finance 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D3D0082-8351-07B6-65AA-3EE6F87457C0}"/>
              </a:ext>
            </a:extLst>
          </p:cNvPr>
          <p:cNvCxnSpPr>
            <a:cxnSpLocks/>
          </p:cNvCxnSpPr>
          <p:nvPr/>
        </p:nvCxnSpPr>
        <p:spPr>
          <a:xfrm>
            <a:off x="250311" y="3725867"/>
            <a:ext cx="8641276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2AA765C-6BEF-201D-C29A-94BF81C479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9" y="1522887"/>
            <a:ext cx="8847116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7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F13404-2C84-7E08-709A-6F60381B2F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Bond Swap Spread(IRS</a:t>
            </a:r>
            <a:r>
              <a:rPr lang="ko-KR" altLang="en-US" dirty="0"/>
              <a:t> </a:t>
            </a:r>
            <a:r>
              <a:rPr lang="en-US" altLang="ko-KR" dirty="0"/>
              <a:t>rate – Bond yield)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A73512-81F2-663B-185D-3C1D7BBFA5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Swap Basis (CRS-IRS rate)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FADCE4-C4E2-978E-F0A0-1F163907BC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 KMBCO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BAD5F4-3D6A-C946-A743-7A4C1973A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+mn-lt"/>
              </a:rPr>
              <a:t>FICC-Currency</a:t>
            </a:r>
          </a:p>
          <a:p>
            <a:endParaRPr lang="ko-KR" altLang="en-US" dirty="0">
              <a:latin typeface="+mn-lt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DFB5437-EE5E-373F-7964-67CEB8D2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11" y="395069"/>
            <a:ext cx="8642350" cy="325219"/>
          </a:xfrm>
        </p:spPr>
        <p:txBody>
          <a:bodyPr/>
          <a:lstStyle/>
          <a:p>
            <a:r>
              <a:rPr lang="en-US" altLang="ko-KR" dirty="0">
                <a:latin typeface="+mn-lt"/>
              </a:rPr>
              <a:t>Derivatives</a:t>
            </a:r>
            <a:endParaRPr lang="ko-KR" altLang="en-US" dirty="0">
              <a:latin typeface="+mn-lt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C1C6275-7B3B-3AA3-438B-BC6CC04529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0825" y="740374"/>
            <a:ext cx="8642350" cy="474863"/>
          </a:xfrm>
        </p:spPr>
        <p:txBody>
          <a:bodyPr/>
          <a:lstStyle/>
          <a:p>
            <a:r>
              <a:rPr lang="en-US" altLang="ko-KR" dirty="0">
                <a:solidFill>
                  <a:srgbClr val="A2A2A5"/>
                </a:solidFill>
                <a:latin typeface="+mn-lt"/>
              </a:rPr>
              <a:t>Swap Market Focus: Cash bonds outperformed IRS, driving the 1Y bond-swap spread wider</a:t>
            </a:r>
          </a:p>
          <a:p>
            <a:endParaRPr lang="ko-KR" altLang="en-US" dirty="0">
              <a:solidFill>
                <a:srgbClr val="A2A2A5"/>
              </a:solidFill>
              <a:latin typeface="+mn-lt"/>
            </a:endParaRP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ADEE7CB9-3A8D-1589-56B9-723F729458D7}"/>
              </a:ext>
            </a:extLst>
          </p:cNvPr>
          <p:cNvSpPr txBox="1">
            <a:spLocks/>
          </p:cNvSpPr>
          <p:nvPr/>
        </p:nvSpPr>
        <p:spPr>
          <a:xfrm>
            <a:off x="189282" y="3910055"/>
            <a:ext cx="8640763" cy="122760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833" kern="1200">
                <a:solidFill>
                  <a:schemeClr val="tx2">
                    <a:lumMod val="75000"/>
                    <a:lumOff val="25000"/>
                  </a:schemeClr>
                </a:solidFill>
                <a:latin typeface="Credit Suisse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8802B3-6DFA-56E3-C4AF-F644CC338EB4}"/>
              </a:ext>
            </a:extLst>
          </p:cNvPr>
          <p:cNvSpPr/>
          <p:nvPr/>
        </p:nvSpPr>
        <p:spPr>
          <a:xfrm>
            <a:off x="113899" y="5137663"/>
            <a:ext cx="8458200" cy="17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922C79-87D8-68A5-BBD5-78138BB55A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45" y="1524000"/>
            <a:ext cx="4300105" cy="24511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8E9D5E5-342C-197E-7B67-1B81F446F6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2" y="1498598"/>
            <a:ext cx="4375150" cy="248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03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3A81-F152-0794-90C9-FC614118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7CB38-F8F2-9CD1-3512-A8F911E325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Weekly Performance Heatmap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F5558-03CD-3077-3D9D-7823D7BFD0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FRED, Yahoo Finance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1C250C-E94D-802A-6AE3-EFF4052AC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Calibri (본문)"/>
              </a:rPr>
              <a:t>FICC-Currency</a:t>
            </a:r>
            <a:endParaRPr kumimoji="1" lang="ko-KR" altLang="en-US" dirty="0">
              <a:latin typeface="Calibri (본문)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B20BCC23-F200-A486-75D2-DBA1AC85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Regional Performance – United States &amp; Canada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261E8F3-B3AF-74ED-7637-E55ED2FD4F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Key Details</a:t>
            </a:r>
            <a:endParaRPr lang="ko-KR" altLang="en-US" dirty="0"/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73D5609A-C683-99E1-E5CE-15B1F9714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92885"/>
              </p:ext>
            </p:extLst>
          </p:nvPr>
        </p:nvGraphicFramePr>
        <p:xfrm>
          <a:off x="6155881" y="1510302"/>
          <a:ext cx="2725780" cy="359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86">
                  <a:extLst>
                    <a:ext uri="{9D8B030D-6E8A-4147-A177-3AD203B41FA5}">
                      <a16:colId xmlns:a16="http://schemas.microsoft.com/office/drawing/2014/main" val="2874339476"/>
                    </a:ext>
                  </a:extLst>
                </a:gridCol>
                <a:gridCol w="915520">
                  <a:extLst>
                    <a:ext uri="{9D8B030D-6E8A-4147-A177-3AD203B41FA5}">
                      <a16:colId xmlns:a16="http://schemas.microsoft.com/office/drawing/2014/main" val="1599355593"/>
                    </a:ext>
                  </a:extLst>
                </a:gridCol>
                <a:gridCol w="921874">
                  <a:extLst>
                    <a:ext uri="{9D8B030D-6E8A-4147-A177-3AD203B41FA5}">
                      <a16:colId xmlns:a16="http://schemas.microsoft.com/office/drawing/2014/main" val="3844078666"/>
                    </a:ext>
                  </a:extLst>
                </a:gridCol>
              </a:tblGrid>
              <a:tr h="4082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</a:rPr>
                        <a:t>Currency</a:t>
                      </a:r>
                      <a:endParaRPr lang="ko-KR" alt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  <a:latin typeface="+mn-lt"/>
                        </a:rPr>
                        <a:t>DXY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bg1"/>
                          </a:solidFill>
                          <a:latin typeface="+mn-lt"/>
                        </a:rPr>
                        <a:t>USD/CAD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773557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MoM(%)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1.82%</a:t>
                      </a:r>
                      <a:endParaRPr 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1.95%</a:t>
                      </a:r>
                      <a:endParaRPr 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978972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YTD(%)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2.59%</a:t>
                      </a:r>
                      <a:endParaRPr 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3.14%</a:t>
                      </a:r>
                      <a:endParaRPr 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66702"/>
                  </a:ext>
                </a:extLst>
              </a:tr>
              <a:tr h="5532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Deviation from 15Y High (%)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-11.52%</a:t>
                      </a:r>
                      <a:endParaRPr lang="ko-KR" sz="9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-3.88%</a:t>
                      </a:r>
                      <a:endParaRPr lang="ko-KR" sz="9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44305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MDD(%)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-17.50%</a:t>
                      </a:r>
                      <a:endParaRPr lang="ko-KR" sz="9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accent4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-17.42%</a:t>
                      </a:r>
                      <a:endParaRPr lang="ko-KR" sz="900" b="0" i="0" u="none" strike="noStrike" dirty="0">
                        <a:solidFill>
                          <a:schemeClr val="accent4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79023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RSI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65.2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73.1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65357"/>
                  </a:ext>
                </a:extLst>
              </a:tr>
              <a:tr h="526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>
                          <a:solidFill>
                            <a:schemeClr val="bg1"/>
                          </a:solidFill>
                          <a:latin typeface="+mn-lt"/>
                        </a:rPr>
                        <a:t>Vol 20 Days</a:t>
                      </a:r>
                      <a:endParaRPr lang="ko-KR" alt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5.00%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4.18%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235461"/>
                  </a:ext>
                </a:extLst>
              </a:tr>
            </a:tbl>
          </a:graphicData>
        </a:graphic>
      </p:graphicFrame>
      <p:grpSp>
        <p:nvGrpSpPr>
          <p:cNvPr id="2" name="Group 239">
            <a:extLst>
              <a:ext uri="{FF2B5EF4-FFF2-40B4-BE49-F238E27FC236}">
                <a16:creationId xmlns:a16="http://schemas.microsoft.com/office/drawing/2014/main" id="{522333B9-5B63-91F8-DE02-4110CD49E639}"/>
              </a:ext>
            </a:extLst>
          </p:cNvPr>
          <p:cNvGrpSpPr/>
          <p:nvPr/>
        </p:nvGrpSpPr>
        <p:grpSpPr>
          <a:xfrm>
            <a:off x="1378625" y="1503798"/>
            <a:ext cx="3421688" cy="3338778"/>
            <a:chOff x="3058722" y="2267984"/>
            <a:chExt cx="2547299" cy="199816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" name="Freeform 125">
              <a:extLst>
                <a:ext uri="{FF2B5EF4-FFF2-40B4-BE49-F238E27FC236}">
                  <a16:creationId xmlns:a16="http://schemas.microsoft.com/office/drawing/2014/main" id="{170F01A7-AC71-5D76-B6A2-13674BF56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1636" y="2267984"/>
              <a:ext cx="1954385" cy="1552155"/>
            </a:xfrm>
            <a:custGeom>
              <a:avLst/>
              <a:gdLst>
                <a:gd name="T0" fmla="*/ 153 w 750"/>
                <a:gd name="T1" fmla="*/ 509 h 577"/>
                <a:gd name="T2" fmla="*/ 141 w 750"/>
                <a:gd name="T3" fmla="*/ 169 h 577"/>
                <a:gd name="T4" fmla="*/ 289 w 750"/>
                <a:gd name="T5" fmla="*/ 187 h 577"/>
                <a:gd name="T6" fmla="*/ 192 w 750"/>
                <a:gd name="T7" fmla="*/ 200 h 577"/>
                <a:gd name="T8" fmla="*/ 288 w 750"/>
                <a:gd name="T9" fmla="*/ 249 h 577"/>
                <a:gd name="T10" fmla="*/ 177 w 750"/>
                <a:gd name="T11" fmla="*/ 144 h 577"/>
                <a:gd name="T12" fmla="*/ 155 w 750"/>
                <a:gd name="T13" fmla="*/ 138 h 577"/>
                <a:gd name="T14" fmla="*/ 276 w 750"/>
                <a:gd name="T15" fmla="*/ 158 h 577"/>
                <a:gd name="T16" fmla="*/ 222 w 750"/>
                <a:gd name="T17" fmla="*/ 107 h 577"/>
                <a:gd name="T18" fmla="*/ 308 w 750"/>
                <a:gd name="T19" fmla="*/ 88 h 577"/>
                <a:gd name="T20" fmla="*/ 311 w 750"/>
                <a:gd name="T21" fmla="*/ 120 h 577"/>
                <a:gd name="T22" fmla="*/ 313 w 750"/>
                <a:gd name="T23" fmla="*/ 137 h 577"/>
                <a:gd name="T24" fmla="*/ 405 w 750"/>
                <a:gd name="T25" fmla="*/ 109 h 577"/>
                <a:gd name="T26" fmla="*/ 367 w 750"/>
                <a:gd name="T27" fmla="*/ 173 h 577"/>
                <a:gd name="T28" fmla="*/ 513 w 750"/>
                <a:gd name="T29" fmla="*/ 163 h 577"/>
                <a:gd name="T30" fmla="*/ 433 w 750"/>
                <a:gd name="T31" fmla="*/ 112 h 577"/>
                <a:gd name="T32" fmla="*/ 446 w 750"/>
                <a:gd name="T33" fmla="*/ 62 h 577"/>
                <a:gd name="T34" fmla="*/ 438 w 750"/>
                <a:gd name="T35" fmla="*/ 49 h 577"/>
                <a:gd name="T36" fmla="*/ 474 w 750"/>
                <a:gd name="T37" fmla="*/ 89 h 577"/>
                <a:gd name="T38" fmla="*/ 521 w 750"/>
                <a:gd name="T39" fmla="*/ 134 h 577"/>
                <a:gd name="T40" fmla="*/ 594 w 750"/>
                <a:gd name="T41" fmla="*/ 64 h 577"/>
                <a:gd name="T42" fmla="*/ 567 w 750"/>
                <a:gd name="T43" fmla="*/ 6 h 577"/>
                <a:gd name="T44" fmla="*/ 425 w 750"/>
                <a:gd name="T45" fmla="*/ 34 h 577"/>
                <a:gd name="T46" fmla="*/ 466 w 750"/>
                <a:gd name="T47" fmla="*/ 328 h 577"/>
                <a:gd name="T48" fmla="*/ 618 w 750"/>
                <a:gd name="T49" fmla="*/ 253 h 577"/>
                <a:gd name="T50" fmla="*/ 557 w 750"/>
                <a:gd name="T51" fmla="*/ 203 h 577"/>
                <a:gd name="T52" fmla="*/ 466 w 750"/>
                <a:gd name="T53" fmla="*/ 186 h 577"/>
                <a:gd name="T54" fmla="*/ 526 w 750"/>
                <a:gd name="T55" fmla="*/ 230 h 577"/>
                <a:gd name="T56" fmla="*/ 550 w 750"/>
                <a:gd name="T57" fmla="*/ 305 h 577"/>
                <a:gd name="T58" fmla="*/ 634 w 750"/>
                <a:gd name="T59" fmla="*/ 312 h 577"/>
                <a:gd name="T60" fmla="*/ 509 w 750"/>
                <a:gd name="T61" fmla="*/ 179 h 577"/>
                <a:gd name="T62" fmla="*/ 719 w 750"/>
                <a:gd name="T63" fmla="*/ 478 h 577"/>
                <a:gd name="T64" fmla="*/ 82 w 750"/>
                <a:gd name="T65" fmla="*/ 469 h 577"/>
                <a:gd name="T66" fmla="*/ 613 w 750"/>
                <a:gd name="T67" fmla="*/ 512 h 577"/>
                <a:gd name="T68" fmla="*/ 719 w 750"/>
                <a:gd name="T69" fmla="*/ 454 h 577"/>
                <a:gd name="T70" fmla="*/ 668 w 750"/>
                <a:gd name="T71" fmla="*/ 418 h 577"/>
                <a:gd name="T72" fmla="*/ 630 w 750"/>
                <a:gd name="T73" fmla="*/ 394 h 577"/>
                <a:gd name="T74" fmla="*/ 570 w 750"/>
                <a:gd name="T75" fmla="*/ 345 h 577"/>
                <a:gd name="T76" fmla="*/ 543 w 750"/>
                <a:gd name="T77" fmla="*/ 405 h 577"/>
                <a:gd name="T78" fmla="*/ 497 w 750"/>
                <a:gd name="T79" fmla="*/ 461 h 577"/>
                <a:gd name="T80" fmla="*/ 402 w 750"/>
                <a:gd name="T81" fmla="*/ 392 h 577"/>
                <a:gd name="T82" fmla="*/ 432 w 750"/>
                <a:gd name="T83" fmla="*/ 321 h 577"/>
                <a:gd name="T84" fmla="*/ 484 w 750"/>
                <a:gd name="T85" fmla="*/ 288 h 577"/>
                <a:gd name="T86" fmla="*/ 475 w 750"/>
                <a:gd name="T87" fmla="*/ 253 h 577"/>
                <a:gd name="T88" fmla="*/ 433 w 750"/>
                <a:gd name="T89" fmla="*/ 256 h 577"/>
                <a:gd name="T90" fmla="*/ 401 w 750"/>
                <a:gd name="T91" fmla="*/ 202 h 577"/>
                <a:gd name="T92" fmla="*/ 387 w 750"/>
                <a:gd name="T93" fmla="*/ 217 h 577"/>
                <a:gd name="T94" fmla="*/ 379 w 750"/>
                <a:gd name="T95" fmla="*/ 271 h 577"/>
                <a:gd name="T96" fmla="*/ 367 w 750"/>
                <a:gd name="T97" fmla="*/ 260 h 577"/>
                <a:gd name="T98" fmla="*/ 298 w 750"/>
                <a:gd name="T99" fmla="*/ 259 h 577"/>
                <a:gd name="T100" fmla="*/ 200 w 750"/>
                <a:gd name="T101" fmla="*/ 253 h 577"/>
                <a:gd name="T102" fmla="*/ 72 w 750"/>
                <a:gd name="T103" fmla="*/ 254 h 577"/>
                <a:gd name="T104" fmla="*/ 35 w 750"/>
                <a:gd name="T105" fmla="*/ 254 h 577"/>
                <a:gd name="T106" fmla="*/ 95 w 750"/>
                <a:gd name="T107" fmla="*/ 439 h 577"/>
                <a:gd name="T108" fmla="*/ 135 w 750"/>
                <a:gd name="T109" fmla="*/ 491 h 577"/>
                <a:gd name="T110" fmla="*/ 465 w 750"/>
                <a:gd name="T111" fmla="*/ 514 h 577"/>
                <a:gd name="T112" fmla="*/ 523 w 750"/>
                <a:gd name="T113" fmla="*/ 571 h 577"/>
                <a:gd name="T114" fmla="*/ 646 w 750"/>
                <a:gd name="T115" fmla="*/ 539 h 577"/>
                <a:gd name="T116" fmla="*/ 181 w 750"/>
                <a:gd name="T117" fmla="*/ 303 h 577"/>
                <a:gd name="T118" fmla="*/ 180 w 750"/>
                <a:gd name="T119" fmla="*/ 292 h 577"/>
                <a:gd name="T120" fmla="*/ 376 w 750"/>
                <a:gd name="T121" fmla="*/ 489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50" h="577">
                  <a:moveTo>
                    <a:pt x="148" y="506"/>
                  </a:moveTo>
                  <a:cubicBezTo>
                    <a:pt x="145" y="503"/>
                    <a:pt x="139" y="504"/>
                    <a:pt x="138" y="502"/>
                  </a:cubicBezTo>
                  <a:cubicBezTo>
                    <a:pt x="137" y="499"/>
                    <a:pt x="131" y="490"/>
                    <a:pt x="128" y="491"/>
                  </a:cubicBezTo>
                  <a:cubicBezTo>
                    <a:pt x="125" y="491"/>
                    <a:pt x="121" y="491"/>
                    <a:pt x="117" y="488"/>
                  </a:cubicBezTo>
                  <a:cubicBezTo>
                    <a:pt x="114" y="485"/>
                    <a:pt x="111" y="485"/>
                    <a:pt x="108" y="487"/>
                  </a:cubicBezTo>
                  <a:cubicBezTo>
                    <a:pt x="106" y="489"/>
                    <a:pt x="111" y="489"/>
                    <a:pt x="111" y="491"/>
                  </a:cubicBezTo>
                  <a:cubicBezTo>
                    <a:pt x="111" y="493"/>
                    <a:pt x="113" y="494"/>
                    <a:pt x="115" y="493"/>
                  </a:cubicBezTo>
                  <a:cubicBezTo>
                    <a:pt x="117" y="493"/>
                    <a:pt x="119" y="498"/>
                    <a:pt x="121" y="498"/>
                  </a:cubicBezTo>
                  <a:cubicBezTo>
                    <a:pt x="123" y="498"/>
                    <a:pt x="124" y="502"/>
                    <a:pt x="126" y="502"/>
                  </a:cubicBezTo>
                  <a:cubicBezTo>
                    <a:pt x="129" y="502"/>
                    <a:pt x="130" y="505"/>
                    <a:pt x="131" y="506"/>
                  </a:cubicBezTo>
                  <a:cubicBezTo>
                    <a:pt x="132" y="508"/>
                    <a:pt x="135" y="506"/>
                    <a:pt x="135" y="508"/>
                  </a:cubicBezTo>
                  <a:cubicBezTo>
                    <a:pt x="135" y="510"/>
                    <a:pt x="138" y="511"/>
                    <a:pt x="139" y="513"/>
                  </a:cubicBezTo>
                  <a:cubicBezTo>
                    <a:pt x="144" y="514"/>
                    <a:pt x="148" y="514"/>
                    <a:pt x="152" y="513"/>
                  </a:cubicBezTo>
                  <a:cubicBezTo>
                    <a:pt x="152" y="512"/>
                    <a:pt x="153" y="510"/>
                    <a:pt x="153" y="509"/>
                  </a:cubicBezTo>
                  <a:cubicBezTo>
                    <a:pt x="154" y="507"/>
                    <a:pt x="150" y="509"/>
                    <a:pt x="148" y="506"/>
                  </a:cubicBezTo>
                  <a:close/>
                  <a:moveTo>
                    <a:pt x="142" y="209"/>
                  </a:moveTo>
                  <a:cubicBezTo>
                    <a:pt x="148" y="211"/>
                    <a:pt x="149" y="223"/>
                    <a:pt x="153" y="223"/>
                  </a:cubicBezTo>
                  <a:cubicBezTo>
                    <a:pt x="156" y="223"/>
                    <a:pt x="154" y="219"/>
                    <a:pt x="159" y="219"/>
                  </a:cubicBezTo>
                  <a:cubicBezTo>
                    <a:pt x="164" y="219"/>
                    <a:pt x="163" y="217"/>
                    <a:pt x="167" y="217"/>
                  </a:cubicBezTo>
                  <a:cubicBezTo>
                    <a:pt x="172" y="217"/>
                    <a:pt x="176" y="216"/>
                    <a:pt x="176" y="211"/>
                  </a:cubicBezTo>
                  <a:cubicBezTo>
                    <a:pt x="176" y="205"/>
                    <a:pt x="179" y="203"/>
                    <a:pt x="183" y="202"/>
                  </a:cubicBezTo>
                  <a:cubicBezTo>
                    <a:pt x="188" y="201"/>
                    <a:pt x="184" y="196"/>
                    <a:pt x="190" y="194"/>
                  </a:cubicBezTo>
                  <a:cubicBezTo>
                    <a:pt x="196" y="193"/>
                    <a:pt x="214" y="185"/>
                    <a:pt x="217" y="183"/>
                  </a:cubicBezTo>
                  <a:cubicBezTo>
                    <a:pt x="220" y="181"/>
                    <a:pt x="213" y="178"/>
                    <a:pt x="207" y="174"/>
                  </a:cubicBezTo>
                  <a:cubicBezTo>
                    <a:pt x="200" y="169"/>
                    <a:pt x="195" y="168"/>
                    <a:pt x="189" y="172"/>
                  </a:cubicBezTo>
                  <a:cubicBezTo>
                    <a:pt x="184" y="175"/>
                    <a:pt x="188" y="168"/>
                    <a:pt x="184" y="170"/>
                  </a:cubicBezTo>
                  <a:cubicBezTo>
                    <a:pt x="180" y="172"/>
                    <a:pt x="169" y="167"/>
                    <a:pt x="167" y="165"/>
                  </a:cubicBezTo>
                  <a:cubicBezTo>
                    <a:pt x="166" y="163"/>
                    <a:pt x="146" y="169"/>
                    <a:pt x="141" y="169"/>
                  </a:cubicBezTo>
                  <a:cubicBezTo>
                    <a:pt x="136" y="169"/>
                    <a:pt x="141" y="174"/>
                    <a:pt x="145" y="177"/>
                  </a:cubicBezTo>
                  <a:cubicBezTo>
                    <a:pt x="148" y="180"/>
                    <a:pt x="136" y="188"/>
                    <a:pt x="139" y="190"/>
                  </a:cubicBezTo>
                  <a:cubicBezTo>
                    <a:pt x="141" y="191"/>
                    <a:pt x="136" y="196"/>
                    <a:pt x="131" y="202"/>
                  </a:cubicBezTo>
                  <a:cubicBezTo>
                    <a:pt x="126" y="208"/>
                    <a:pt x="135" y="208"/>
                    <a:pt x="142" y="209"/>
                  </a:cubicBezTo>
                  <a:close/>
                  <a:moveTo>
                    <a:pt x="328" y="240"/>
                  </a:moveTo>
                  <a:cubicBezTo>
                    <a:pt x="330" y="237"/>
                    <a:pt x="340" y="245"/>
                    <a:pt x="340" y="240"/>
                  </a:cubicBezTo>
                  <a:cubicBezTo>
                    <a:pt x="341" y="234"/>
                    <a:pt x="330" y="231"/>
                    <a:pt x="325" y="228"/>
                  </a:cubicBezTo>
                  <a:cubicBezTo>
                    <a:pt x="321" y="225"/>
                    <a:pt x="319" y="227"/>
                    <a:pt x="312" y="222"/>
                  </a:cubicBezTo>
                  <a:cubicBezTo>
                    <a:pt x="305" y="217"/>
                    <a:pt x="314" y="214"/>
                    <a:pt x="308" y="210"/>
                  </a:cubicBezTo>
                  <a:cubicBezTo>
                    <a:pt x="303" y="206"/>
                    <a:pt x="301" y="194"/>
                    <a:pt x="305" y="191"/>
                  </a:cubicBezTo>
                  <a:cubicBezTo>
                    <a:pt x="309" y="187"/>
                    <a:pt x="313" y="181"/>
                    <a:pt x="306" y="179"/>
                  </a:cubicBezTo>
                  <a:cubicBezTo>
                    <a:pt x="300" y="176"/>
                    <a:pt x="289" y="181"/>
                    <a:pt x="290" y="183"/>
                  </a:cubicBezTo>
                  <a:cubicBezTo>
                    <a:pt x="291" y="184"/>
                    <a:pt x="300" y="189"/>
                    <a:pt x="300" y="191"/>
                  </a:cubicBezTo>
                  <a:cubicBezTo>
                    <a:pt x="300" y="194"/>
                    <a:pt x="292" y="185"/>
                    <a:pt x="289" y="187"/>
                  </a:cubicBezTo>
                  <a:cubicBezTo>
                    <a:pt x="286" y="189"/>
                    <a:pt x="282" y="183"/>
                    <a:pt x="280" y="187"/>
                  </a:cubicBezTo>
                  <a:cubicBezTo>
                    <a:pt x="277" y="191"/>
                    <a:pt x="283" y="204"/>
                    <a:pt x="285" y="208"/>
                  </a:cubicBezTo>
                  <a:cubicBezTo>
                    <a:pt x="288" y="211"/>
                    <a:pt x="283" y="211"/>
                    <a:pt x="280" y="212"/>
                  </a:cubicBezTo>
                  <a:cubicBezTo>
                    <a:pt x="277" y="213"/>
                    <a:pt x="277" y="202"/>
                    <a:pt x="274" y="197"/>
                  </a:cubicBezTo>
                  <a:cubicBezTo>
                    <a:pt x="271" y="193"/>
                    <a:pt x="259" y="188"/>
                    <a:pt x="258" y="191"/>
                  </a:cubicBezTo>
                  <a:cubicBezTo>
                    <a:pt x="257" y="194"/>
                    <a:pt x="266" y="194"/>
                    <a:pt x="264" y="199"/>
                  </a:cubicBezTo>
                  <a:cubicBezTo>
                    <a:pt x="263" y="203"/>
                    <a:pt x="259" y="196"/>
                    <a:pt x="255" y="199"/>
                  </a:cubicBezTo>
                  <a:cubicBezTo>
                    <a:pt x="251" y="203"/>
                    <a:pt x="251" y="200"/>
                    <a:pt x="252" y="197"/>
                  </a:cubicBezTo>
                  <a:cubicBezTo>
                    <a:pt x="253" y="194"/>
                    <a:pt x="246" y="190"/>
                    <a:pt x="239" y="191"/>
                  </a:cubicBezTo>
                  <a:cubicBezTo>
                    <a:pt x="231" y="191"/>
                    <a:pt x="235" y="197"/>
                    <a:pt x="233" y="199"/>
                  </a:cubicBezTo>
                  <a:cubicBezTo>
                    <a:pt x="231" y="200"/>
                    <a:pt x="220" y="197"/>
                    <a:pt x="227" y="196"/>
                  </a:cubicBezTo>
                  <a:cubicBezTo>
                    <a:pt x="234" y="194"/>
                    <a:pt x="231" y="190"/>
                    <a:pt x="228" y="186"/>
                  </a:cubicBezTo>
                  <a:cubicBezTo>
                    <a:pt x="226" y="182"/>
                    <a:pt x="218" y="187"/>
                    <a:pt x="207" y="191"/>
                  </a:cubicBezTo>
                  <a:cubicBezTo>
                    <a:pt x="195" y="195"/>
                    <a:pt x="190" y="200"/>
                    <a:pt x="192" y="200"/>
                  </a:cubicBezTo>
                  <a:cubicBezTo>
                    <a:pt x="193" y="200"/>
                    <a:pt x="193" y="202"/>
                    <a:pt x="189" y="206"/>
                  </a:cubicBezTo>
                  <a:cubicBezTo>
                    <a:pt x="184" y="210"/>
                    <a:pt x="189" y="213"/>
                    <a:pt x="193" y="213"/>
                  </a:cubicBezTo>
                  <a:cubicBezTo>
                    <a:pt x="197" y="213"/>
                    <a:pt x="194" y="216"/>
                    <a:pt x="196" y="217"/>
                  </a:cubicBezTo>
                  <a:cubicBezTo>
                    <a:pt x="199" y="218"/>
                    <a:pt x="212" y="212"/>
                    <a:pt x="216" y="215"/>
                  </a:cubicBezTo>
                  <a:cubicBezTo>
                    <a:pt x="220" y="217"/>
                    <a:pt x="194" y="219"/>
                    <a:pt x="194" y="223"/>
                  </a:cubicBezTo>
                  <a:cubicBezTo>
                    <a:pt x="194" y="228"/>
                    <a:pt x="208" y="230"/>
                    <a:pt x="219" y="228"/>
                  </a:cubicBezTo>
                  <a:cubicBezTo>
                    <a:pt x="229" y="227"/>
                    <a:pt x="248" y="230"/>
                    <a:pt x="248" y="233"/>
                  </a:cubicBezTo>
                  <a:cubicBezTo>
                    <a:pt x="248" y="235"/>
                    <a:pt x="235" y="234"/>
                    <a:pt x="226" y="234"/>
                  </a:cubicBezTo>
                  <a:cubicBezTo>
                    <a:pt x="217" y="234"/>
                    <a:pt x="201" y="237"/>
                    <a:pt x="201" y="240"/>
                  </a:cubicBezTo>
                  <a:cubicBezTo>
                    <a:pt x="202" y="243"/>
                    <a:pt x="203" y="243"/>
                    <a:pt x="213" y="247"/>
                  </a:cubicBezTo>
                  <a:cubicBezTo>
                    <a:pt x="223" y="252"/>
                    <a:pt x="233" y="245"/>
                    <a:pt x="232" y="252"/>
                  </a:cubicBezTo>
                  <a:cubicBezTo>
                    <a:pt x="232" y="258"/>
                    <a:pt x="238" y="259"/>
                    <a:pt x="251" y="260"/>
                  </a:cubicBezTo>
                  <a:cubicBezTo>
                    <a:pt x="264" y="260"/>
                    <a:pt x="270" y="254"/>
                    <a:pt x="276" y="254"/>
                  </a:cubicBezTo>
                  <a:cubicBezTo>
                    <a:pt x="282" y="255"/>
                    <a:pt x="285" y="253"/>
                    <a:pt x="288" y="249"/>
                  </a:cubicBezTo>
                  <a:cubicBezTo>
                    <a:pt x="291" y="245"/>
                    <a:pt x="294" y="247"/>
                    <a:pt x="295" y="249"/>
                  </a:cubicBezTo>
                  <a:cubicBezTo>
                    <a:pt x="295" y="252"/>
                    <a:pt x="304" y="251"/>
                    <a:pt x="305" y="253"/>
                  </a:cubicBezTo>
                  <a:cubicBezTo>
                    <a:pt x="310" y="258"/>
                    <a:pt x="326" y="256"/>
                    <a:pt x="332" y="253"/>
                  </a:cubicBezTo>
                  <a:cubicBezTo>
                    <a:pt x="338" y="250"/>
                    <a:pt x="329" y="242"/>
                    <a:pt x="326" y="246"/>
                  </a:cubicBezTo>
                  <a:cubicBezTo>
                    <a:pt x="323" y="250"/>
                    <a:pt x="321" y="247"/>
                    <a:pt x="320" y="246"/>
                  </a:cubicBezTo>
                  <a:cubicBezTo>
                    <a:pt x="319" y="244"/>
                    <a:pt x="326" y="243"/>
                    <a:pt x="328" y="240"/>
                  </a:cubicBezTo>
                  <a:close/>
                  <a:moveTo>
                    <a:pt x="186" y="148"/>
                  </a:moveTo>
                  <a:cubicBezTo>
                    <a:pt x="193" y="149"/>
                    <a:pt x="200" y="143"/>
                    <a:pt x="199" y="140"/>
                  </a:cubicBezTo>
                  <a:cubicBezTo>
                    <a:pt x="199" y="136"/>
                    <a:pt x="183" y="148"/>
                    <a:pt x="186" y="148"/>
                  </a:cubicBezTo>
                  <a:close/>
                  <a:moveTo>
                    <a:pt x="155" y="138"/>
                  </a:moveTo>
                  <a:cubicBezTo>
                    <a:pt x="158" y="139"/>
                    <a:pt x="155" y="144"/>
                    <a:pt x="158" y="143"/>
                  </a:cubicBezTo>
                  <a:cubicBezTo>
                    <a:pt x="161" y="141"/>
                    <a:pt x="162" y="141"/>
                    <a:pt x="164" y="141"/>
                  </a:cubicBezTo>
                  <a:cubicBezTo>
                    <a:pt x="168" y="143"/>
                    <a:pt x="169" y="139"/>
                    <a:pt x="171" y="137"/>
                  </a:cubicBezTo>
                  <a:cubicBezTo>
                    <a:pt x="173" y="135"/>
                    <a:pt x="172" y="144"/>
                    <a:pt x="177" y="144"/>
                  </a:cubicBezTo>
                  <a:cubicBezTo>
                    <a:pt x="181" y="144"/>
                    <a:pt x="180" y="135"/>
                    <a:pt x="184" y="138"/>
                  </a:cubicBezTo>
                  <a:cubicBezTo>
                    <a:pt x="188" y="140"/>
                    <a:pt x="189" y="137"/>
                    <a:pt x="190" y="134"/>
                  </a:cubicBezTo>
                  <a:cubicBezTo>
                    <a:pt x="190" y="131"/>
                    <a:pt x="190" y="127"/>
                    <a:pt x="195" y="126"/>
                  </a:cubicBezTo>
                  <a:cubicBezTo>
                    <a:pt x="199" y="125"/>
                    <a:pt x="195" y="130"/>
                    <a:pt x="197" y="134"/>
                  </a:cubicBezTo>
                  <a:cubicBezTo>
                    <a:pt x="200" y="138"/>
                    <a:pt x="205" y="134"/>
                    <a:pt x="205" y="132"/>
                  </a:cubicBezTo>
                  <a:cubicBezTo>
                    <a:pt x="205" y="129"/>
                    <a:pt x="212" y="131"/>
                    <a:pt x="212" y="128"/>
                  </a:cubicBezTo>
                  <a:cubicBezTo>
                    <a:pt x="211" y="126"/>
                    <a:pt x="214" y="125"/>
                    <a:pt x="212" y="122"/>
                  </a:cubicBezTo>
                  <a:cubicBezTo>
                    <a:pt x="210" y="119"/>
                    <a:pt x="215" y="120"/>
                    <a:pt x="217" y="118"/>
                  </a:cubicBezTo>
                  <a:cubicBezTo>
                    <a:pt x="219" y="115"/>
                    <a:pt x="214" y="117"/>
                    <a:pt x="210" y="114"/>
                  </a:cubicBezTo>
                  <a:cubicBezTo>
                    <a:pt x="207" y="110"/>
                    <a:pt x="205" y="115"/>
                    <a:pt x="205" y="117"/>
                  </a:cubicBezTo>
                  <a:cubicBezTo>
                    <a:pt x="205" y="119"/>
                    <a:pt x="198" y="118"/>
                    <a:pt x="194" y="116"/>
                  </a:cubicBezTo>
                  <a:cubicBezTo>
                    <a:pt x="190" y="115"/>
                    <a:pt x="184" y="121"/>
                    <a:pt x="179" y="124"/>
                  </a:cubicBezTo>
                  <a:cubicBezTo>
                    <a:pt x="173" y="127"/>
                    <a:pt x="172" y="132"/>
                    <a:pt x="167" y="132"/>
                  </a:cubicBezTo>
                  <a:cubicBezTo>
                    <a:pt x="161" y="131"/>
                    <a:pt x="153" y="137"/>
                    <a:pt x="155" y="138"/>
                  </a:cubicBezTo>
                  <a:close/>
                  <a:moveTo>
                    <a:pt x="214" y="136"/>
                  </a:moveTo>
                  <a:cubicBezTo>
                    <a:pt x="208" y="136"/>
                    <a:pt x="209" y="141"/>
                    <a:pt x="215" y="141"/>
                  </a:cubicBezTo>
                  <a:cubicBezTo>
                    <a:pt x="221" y="141"/>
                    <a:pt x="223" y="143"/>
                    <a:pt x="214" y="143"/>
                  </a:cubicBezTo>
                  <a:cubicBezTo>
                    <a:pt x="205" y="143"/>
                    <a:pt x="202" y="150"/>
                    <a:pt x="208" y="149"/>
                  </a:cubicBezTo>
                  <a:cubicBezTo>
                    <a:pt x="214" y="147"/>
                    <a:pt x="221" y="147"/>
                    <a:pt x="216" y="149"/>
                  </a:cubicBezTo>
                  <a:cubicBezTo>
                    <a:pt x="212" y="150"/>
                    <a:pt x="200" y="151"/>
                    <a:pt x="201" y="153"/>
                  </a:cubicBezTo>
                  <a:cubicBezTo>
                    <a:pt x="202" y="155"/>
                    <a:pt x="207" y="155"/>
                    <a:pt x="212" y="156"/>
                  </a:cubicBezTo>
                  <a:cubicBezTo>
                    <a:pt x="217" y="158"/>
                    <a:pt x="220" y="159"/>
                    <a:pt x="224" y="155"/>
                  </a:cubicBezTo>
                  <a:cubicBezTo>
                    <a:pt x="227" y="151"/>
                    <a:pt x="232" y="147"/>
                    <a:pt x="230" y="153"/>
                  </a:cubicBezTo>
                  <a:cubicBezTo>
                    <a:pt x="229" y="158"/>
                    <a:pt x="236" y="154"/>
                    <a:pt x="246" y="154"/>
                  </a:cubicBezTo>
                  <a:cubicBezTo>
                    <a:pt x="257" y="153"/>
                    <a:pt x="245" y="160"/>
                    <a:pt x="234" y="160"/>
                  </a:cubicBezTo>
                  <a:cubicBezTo>
                    <a:pt x="224" y="161"/>
                    <a:pt x="226" y="166"/>
                    <a:pt x="234" y="168"/>
                  </a:cubicBezTo>
                  <a:cubicBezTo>
                    <a:pt x="242" y="170"/>
                    <a:pt x="260" y="163"/>
                    <a:pt x="264" y="159"/>
                  </a:cubicBezTo>
                  <a:cubicBezTo>
                    <a:pt x="268" y="155"/>
                    <a:pt x="271" y="161"/>
                    <a:pt x="276" y="158"/>
                  </a:cubicBezTo>
                  <a:cubicBezTo>
                    <a:pt x="280" y="155"/>
                    <a:pt x="288" y="159"/>
                    <a:pt x="295" y="157"/>
                  </a:cubicBezTo>
                  <a:cubicBezTo>
                    <a:pt x="302" y="156"/>
                    <a:pt x="303" y="142"/>
                    <a:pt x="298" y="140"/>
                  </a:cubicBezTo>
                  <a:cubicBezTo>
                    <a:pt x="292" y="138"/>
                    <a:pt x="292" y="143"/>
                    <a:pt x="288" y="143"/>
                  </a:cubicBezTo>
                  <a:cubicBezTo>
                    <a:pt x="284" y="144"/>
                    <a:pt x="282" y="139"/>
                    <a:pt x="279" y="135"/>
                  </a:cubicBezTo>
                  <a:cubicBezTo>
                    <a:pt x="275" y="132"/>
                    <a:pt x="277" y="126"/>
                    <a:pt x="273" y="127"/>
                  </a:cubicBezTo>
                  <a:cubicBezTo>
                    <a:pt x="268" y="127"/>
                    <a:pt x="257" y="135"/>
                    <a:pt x="264" y="136"/>
                  </a:cubicBezTo>
                  <a:cubicBezTo>
                    <a:pt x="270" y="137"/>
                    <a:pt x="268" y="140"/>
                    <a:pt x="264" y="141"/>
                  </a:cubicBezTo>
                  <a:cubicBezTo>
                    <a:pt x="261" y="143"/>
                    <a:pt x="272" y="146"/>
                    <a:pt x="271" y="148"/>
                  </a:cubicBezTo>
                  <a:cubicBezTo>
                    <a:pt x="269" y="150"/>
                    <a:pt x="252" y="148"/>
                    <a:pt x="251" y="144"/>
                  </a:cubicBezTo>
                  <a:cubicBezTo>
                    <a:pt x="251" y="141"/>
                    <a:pt x="237" y="134"/>
                    <a:pt x="232" y="135"/>
                  </a:cubicBezTo>
                  <a:cubicBezTo>
                    <a:pt x="226" y="137"/>
                    <a:pt x="228" y="131"/>
                    <a:pt x="223" y="131"/>
                  </a:cubicBezTo>
                  <a:cubicBezTo>
                    <a:pt x="217" y="130"/>
                    <a:pt x="219" y="135"/>
                    <a:pt x="214" y="136"/>
                  </a:cubicBezTo>
                  <a:close/>
                  <a:moveTo>
                    <a:pt x="233" y="109"/>
                  </a:moveTo>
                  <a:cubicBezTo>
                    <a:pt x="235" y="104"/>
                    <a:pt x="221" y="105"/>
                    <a:pt x="222" y="107"/>
                  </a:cubicBezTo>
                  <a:cubicBezTo>
                    <a:pt x="224" y="110"/>
                    <a:pt x="231" y="113"/>
                    <a:pt x="233" y="109"/>
                  </a:cubicBezTo>
                  <a:close/>
                  <a:moveTo>
                    <a:pt x="264" y="107"/>
                  </a:moveTo>
                  <a:cubicBezTo>
                    <a:pt x="269" y="106"/>
                    <a:pt x="267" y="103"/>
                    <a:pt x="259" y="104"/>
                  </a:cubicBezTo>
                  <a:cubicBezTo>
                    <a:pt x="251" y="105"/>
                    <a:pt x="238" y="105"/>
                    <a:pt x="238" y="110"/>
                  </a:cubicBezTo>
                  <a:cubicBezTo>
                    <a:pt x="238" y="115"/>
                    <a:pt x="240" y="117"/>
                    <a:pt x="249" y="118"/>
                  </a:cubicBezTo>
                  <a:cubicBezTo>
                    <a:pt x="257" y="119"/>
                    <a:pt x="265" y="110"/>
                    <a:pt x="261" y="110"/>
                  </a:cubicBezTo>
                  <a:cubicBezTo>
                    <a:pt x="257" y="110"/>
                    <a:pt x="259" y="108"/>
                    <a:pt x="264" y="107"/>
                  </a:cubicBezTo>
                  <a:close/>
                  <a:moveTo>
                    <a:pt x="246" y="100"/>
                  </a:moveTo>
                  <a:cubicBezTo>
                    <a:pt x="249" y="101"/>
                    <a:pt x="253" y="97"/>
                    <a:pt x="256" y="99"/>
                  </a:cubicBezTo>
                  <a:cubicBezTo>
                    <a:pt x="258" y="101"/>
                    <a:pt x="270" y="103"/>
                    <a:pt x="270" y="97"/>
                  </a:cubicBezTo>
                  <a:cubicBezTo>
                    <a:pt x="270" y="91"/>
                    <a:pt x="255" y="90"/>
                    <a:pt x="252" y="93"/>
                  </a:cubicBezTo>
                  <a:cubicBezTo>
                    <a:pt x="248" y="95"/>
                    <a:pt x="231" y="96"/>
                    <a:pt x="236" y="99"/>
                  </a:cubicBezTo>
                  <a:cubicBezTo>
                    <a:pt x="239" y="102"/>
                    <a:pt x="242" y="98"/>
                    <a:pt x="246" y="100"/>
                  </a:cubicBezTo>
                  <a:close/>
                  <a:moveTo>
                    <a:pt x="308" y="88"/>
                  </a:moveTo>
                  <a:cubicBezTo>
                    <a:pt x="313" y="85"/>
                    <a:pt x="321" y="90"/>
                    <a:pt x="319" y="94"/>
                  </a:cubicBezTo>
                  <a:cubicBezTo>
                    <a:pt x="318" y="97"/>
                    <a:pt x="305" y="93"/>
                    <a:pt x="306" y="96"/>
                  </a:cubicBezTo>
                  <a:cubicBezTo>
                    <a:pt x="306" y="97"/>
                    <a:pt x="308" y="101"/>
                    <a:pt x="317" y="99"/>
                  </a:cubicBezTo>
                  <a:cubicBezTo>
                    <a:pt x="326" y="96"/>
                    <a:pt x="333" y="98"/>
                    <a:pt x="339" y="103"/>
                  </a:cubicBezTo>
                  <a:cubicBezTo>
                    <a:pt x="345" y="108"/>
                    <a:pt x="351" y="110"/>
                    <a:pt x="355" y="105"/>
                  </a:cubicBezTo>
                  <a:cubicBezTo>
                    <a:pt x="359" y="100"/>
                    <a:pt x="350" y="99"/>
                    <a:pt x="351" y="96"/>
                  </a:cubicBezTo>
                  <a:cubicBezTo>
                    <a:pt x="353" y="92"/>
                    <a:pt x="345" y="90"/>
                    <a:pt x="341" y="90"/>
                  </a:cubicBezTo>
                  <a:cubicBezTo>
                    <a:pt x="337" y="90"/>
                    <a:pt x="336" y="82"/>
                    <a:pt x="332" y="84"/>
                  </a:cubicBezTo>
                  <a:cubicBezTo>
                    <a:pt x="329" y="85"/>
                    <a:pt x="327" y="88"/>
                    <a:pt x="327" y="83"/>
                  </a:cubicBezTo>
                  <a:cubicBezTo>
                    <a:pt x="327" y="78"/>
                    <a:pt x="307" y="78"/>
                    <a:pt x="302" y="79"/>
                  </a:cubicBezTo>
                  <a:cubicBezTo>
                    <a:pt x="298" y="81"/>
                    <a:pt x="304" y="91"/>
                    <a:pt x="308" y="88"/>
                  </a:cubicBezTo>
                  <a:close/>
                  <a:moveTo>
                    <a:pt x="311" y="120"/>
                  </a:moveTo>
                  <a:cubicBezTo>
                    <a:pt x="314" y="116"/>
                    <a:pt x="299" y="104"/>
                    <a:pt x="298" y="110"/>
                  </a:cubicBezTo>
                  <a:cubicBezTo>
                    <a:pt x="297" y="115"/>
                    <a:pt x="308" y="124"/>
                    <a:pt x="311" y="120"/>
                  </a:cubicBezTo>
                  <a:close/>
                  <a:moveTo>
                    <a:pt x="359" y="71"/>
                  </a:moveTo>
                  <a:cubicBezTo>
                    <a:pt x="362" y="66"/>
                    <a:pt x="344" y="63"/>
                    <a:pt x="348" y="67"/>
                  </a:cubicBezTo>
                  <a:cubicBezTo>
                    <a:pt x="351" y="69"/>
                    <a:pt x="357" y="75"/>
                    <a:pt x="359" y="71"/>
                  </a:cubicBezTo>
                  <a:close/>
                  <a:moveTo>
                    <a:pt x="317" y="156"/>
                  </a:moveTo>
                  <a:cubicBezTo>
                    <a:pt x="320" y="153"/>
                    <a:pt x="311" y="146"/>
                    <a:pt x="309" y="152"/>
                  </a:cubicBezTo>
                  <a:cubicBezTo>
                    <a:pt x="307" y="157"/>
                    <a:pt x="314" y="159"/>
                    <a:pt x="317" y="156"/>
                  </a:cubicBezTo>
                  <a:close/>
                  <a:moveTo>
                    <a:pt x="359" y="129"/>
                  </a:moveTo>
                  <a:cubicBezTo>
                    <a:pt x="359" y="133"/>
                    <a:pt x="350" y="129"/>
                    <a:pt x="344" y="126"/>
                  </a:cubicBezTo>
                  <a:cubicBezTo>
                    <a:pt x="337" y="124"/>
                    <a:pt x="341" y="131"/>
                    <a:pt x="346" y="136"/>
                  </a:cubicBezTo>
                  <a:cubicBezTo>
                    <a:pt x="351" y="140"/>
                    <a:pt x="344" y="138"/>
                    <a:pt x="336" y="133"/>
                  </a:cubicBezTo>
                  <a:cubicBezTo>
                    <a:pt x="329" y="128"/>
                    <a:pt x="330" y="137"/>
                    <a:pt x="333" y="139"/>
                  </a:cubicBezTo>
                  <a:cubicBezTo>
                    <a:pt x="337" y="142"/>
                    <a:pt x="333" y="146"/>
                    <a:pt x="328" y="140"/>
                  </a:cubicBezTo>
                  <a:cubicBezTo>
                    <a:pt x="324" y="134"/>
                    <a:pt x="322" y="127"/>
                    <a:pt x="314" y="127"/>
                  </a:cubicBezTo>
                  <a:cubicBezTo>
                    <a:pt x="307" y="127"/>
                    <a:pt x="311" y="134"/>
                    <a:pt x="313" y="137"/>
                  </a:cubicBezTo>
                  <a:cubicBezTo>
                    <a:pt x="317" y="142"/>
                    <a:pt x="321" y="143"/>
                    <a:pt x="327" y="147"/>
                  </a:cubicBezTo>
                  <a:cubicBezTo>
                    <a:pt x="333" y="150"/>
                    <a:pt x="342" y="145"/>
                    <a:pt x="347" y="146"/>
                  </a:cubicBezTo>
                  <a:cubicBezTo>
                    <a:pt x="351" y="147"/>
                    <a:pt x="342" y="153"/>
                    <a:pt x="345" y="157"/>
                  </a:cubicBezTo>
                  <a:cubicBezTo>
                    <a:pt x="348" y="160"/>
                    <a:pt x="356" y="158"/>
                    <a:pt x="363" y="157"/>
                  </a:cubicBezTo>
                  <a:cubicBezTo>
                    <a:pt x="369" y="157"/>
                    <a:pt x="366" y="153"/>
                    <a:pt x="370" y="151"/>
                  </a:cubicBezTo>
                  <a:cubicBezTo>
                    <a:pt x="373" y="148"/>
                    <a:pt x="366" y="149"/>
                    <a:pt x="369" y="142"/>
                  </a:cubicBezTo>
                  <a:cubicBezTo>
                    <a:pt x="372" y="136"/>
                    <a:pt x="360" y="126"/>
                    <a:pt x="359" y="129"/>
                  </a:cubicBezTo>
                  <a:close/>
                  <a:moveTo>
                    <a:pt x="375" y="107"/>
                  </a:moveTo>
                  <a:cubicBezTo>
                    <a:pt x="381" y="107"/>
                    <a:pt x="385" y="107"/>
                    <a:pt x="390" y="105"/>
                  </a:cubicBezTo>
                  <a:cubicBezTo>
                    <a:pt x="395" y="103"/>
                    <a:pt x="387" y="103"/>
                    <a:pt x="391" y="98"/>
                  </a:cubicBezTo>
                  <a:cubicBezTo>
                    <a:pt x="394" y="94"/>
                    <a:pt x="382" y="94"/>
                    <a:pt x="382" y="95"/>
                  </a:cubicBezTo>
                  <a:cubicBezTo>
                    <a:pt x="381" y="97"/>
                    <a:pt x="366" y="86"/>
                    <a:pt x="364" y="90"/>
                  </a:cubicBezTo>
                  <a:cubicBezTo>
                    <a:pt x="362" y="93"/>
                    <a:pt x="369" y="107"/>
                    <a:pt x="375" y="107"/>
                  </a:cubicBezTo>
                  <a:close/>
                  <a:moveTo>
                    <a:pt x="405" y="109"/>
                  </a:moveTo>
                  <a:cubicBezTo>
                    <a:pt x="404" y="107"/>
                    <a:pt x="376" y="110"/>
                    <a:pt x="381" y="114"/>
                  </a:cubicBezTo>
                  <a:cubicBezTo>
                    <a:pt x="388" y="119"/>
                    <a:pt x="406" y="112"/>
                    <a:pt x="405" y="109"/>
                  </a:cubicBezTo>
                  <a:close/>
                  <a:moveTo>
                    <a:pt x="401" y="164"/>
                  </a:moveTo>
                  <a:cubicBezTo>
                    <a:pt x="408" y="163"/>
                    <a:pt x="404" y="155"/>
                    <a:pt x="397" y="150"/>
                  </a:cubicBezTo>
                  <a:cubicBezTo>
                    <a:pt x="389" y="144"/>
                    <a:pt x="373" y="156"/>
                    <a:pt x="376" y="158"/>
                  </a:cubicBezTo>
                  <a:cubicBezTo>
                    <a:pt x="379" y="160"/>
                    <a:pt x="394" y="164"/>
                    <a:pt x="401" y="164"/>
                  </a:cubicBezTo>
                  <a:close/>
                  <a:moveTo>
                    <a:pt x="353" y="216"/>
                  </a:moveTo>
                  <a:cubicBezTo>
                    <a:pt x="361" y="222"/>
                    <a:pt x="359" y="212"/>
                    <a:pt x="368" y="212"/>
                  </a:cubicBezTo>
                  <a:cubicBezTo>
                    <a:pt x="378" y="212"/>
                    <a:pt x="378" y="197"/>
                    <a:pt x="379" y="191"/>
                  </a:cubicBezTo>
                  <a:cubicBezTo>
                    <a:pt x="381" y="186"/>
                    <a:pt x="372" y="186"/>
                    <a:pt x="374" y="190"/>
                  </a:cubicBezTo>
                  <a:cubicBezTo>
                    <a:pt x="376" y="194"/>
                    <a:pt x="374" y="199"/>
                    <a:pt x="373" y="194"/>
                  </a:cubicBezTo>
                  <a:cubicBezTo>
                    <a:pt x="372" y="189"/>
                    <a:pt x="365" y="193"/>
                    <a:pt x="363" y="190"/>
                  </a:cubicBezTo>
                  <a:cubicBezTo>
                    <a:pt x="360" y="186"/>
                    <a:pt x="371" y="186"/>
                    <a:pt x="373" y="181"/>
                  </a:cubicBezTo>
                  <a:cubicBezTo>
                    <a:pt x="376" y="176"/>
                    <a:pt x="365" y="177"/>
                    <a:pt x="367" y="173"/>
                  </a:cubicBezTo>
                  <a:cubicBezTo>
                    <a:pt x="370" y="169"/>
                    <a:pt x="351" y="173"/>
                    <a:pt x="357" y="175"/>
                  </a:cubicBezTo>
                  <a:cubicBezTo>
                    <a:pt x="362" y="178"/>
                    <a:pt x="357" y="181"/>
                    <a:pt x="352" y="177"/>
                  </a:cubicBezTo>
                  <a:cubicBezTo>
                    <a:pt x="347" y="173"/>
                    <a:pt x="332" y="179"/>
                    <a:pt x="337" y="184"/>
                  </a:cubicBezTo>
                  <a:cubicBezTo>
                    <a:pt x="341" y="187"/>
                    <a:pt x="354" y="181"/>
                    <a:pt x="347" y="191"/>
                  </a:cubicBezTo>
                  <a:cubicBezTo>
                    <a:pt x="339" y="201"/>
                    <a:pt x="336" y="188"/>
                    <a:pt x="330" y="190"/>
                  </a:cubicBezTo>
                  <a:cubicBezTo>
                    <a:pt x="323" y="191"/>
                    <a:pt x="326" y="199"/>
                    <a:pt x="336" y="202"/>
                  </a:cubicBezTo>
                  <a:cubicBezTo>
                    <a:pt x="346" y="205"/>
                    <a:pt x="345" y="211"/>
                    <a:pt x="353" y="216"/>
                  </a:cubicBezTo>
                  <a:close/>
                  <a:moveTo>
                    <a:pt x="414" y="156"/>
                  </a:moveTo>
                  <a:cubicBezTo>
                    <a:pt x="417" y="164"/>
                    <a:pt x="420" y="159"/>
                    <a:pt x="424" y="162"/>
                  </a:cubicBezTo>
                  <a:cubicBezTo>
                    <a:pt x="428" y="165"/>
                    <a:pt x="434" y="166"/>
                    <a:pt x="438" y="163"/>
                  </a:cubicBezTo>
                  <a:cubicBezTo>
                    <a:pt x="441" y="160"/>
                    <a:pt x="443" y="158"/>
                    <a:pt x="444" y="161"/>
                  </a:cubicBezTo>
                  <a:cubicBezTo>
                    <a:pt x="445" y="165"/>
                    <a:pt x="454" y="166"/>
                    <a:pt x="472" y="166"/>
                  </a:cubicBezTo>
                  <a:cubicBezTo>
                    <a:pt x="490" y="166"/>
                    <a:pt x="485" y="159"/>
                    <a:pt x="490" y="162"/>
                  </a:cubicBezTo>
                  <a:cubicBezTo>
                    <a:pt x="496" y="165"/>
                    <a:pt x="508" y="165"/>
                    <a:pt x="513" y="163"/>
                  </a:cubicBezTo>
                  <a:cubicBezTo>
                    <a:pt x="518" y="162"/>
                    <a:pt x="521" y="154"/>
                    <a:pt x="520" y="150"/>
                  </a:cubicBezTo>
                  <a:cubicBezTo>
                    <a:pt x="520" y="146"/>
                    <a:pt x="480" y="143"/>
                    <a:pt x="473" y="147"/>
                  </a:cubicBezTo>
                  <a:cubicBezTo>
                    <a:pt x="466" y="151"/>
                    <a:pt x="454" y="145"/>
                    <a:pt x="449" y="148"/>
                  </a:cubicBezTo>
                  <a:cubicBezTo>
                    <a:pt x="443" y="151"/>
                    <a:pt x="445" y="144"/>
                    <a:pt x="435" y="144"/>
                  </a:cubicBezTo>
                  <a:cubicBezTo>
                    <a:pt x="425" y="143"/>
                    <a:pt x="436" y="138"/>
                    <a:pt x="438" y="136"/>
                  </a:cubicBezTo>
                  <a:cubicBezTo>
                    <a:pt x="440" y="134"/>
                    <a:pt x="422" y="128"/>
                    <a:pt x="415" y="129"/>
                  </a:cubicBezTo>
                  <a:cubicBezTo>
                    <a:pt x="408" y="131"/>
                    <a:pt x="404" y="127"/>
                    <a:pt x="397" y="124"/>
                  </a:cubicBezTo>
                  <a:cubicBezTo>
                    <a:pt x="391" y="121"/>
                    <a:pt x="372" y="122"/>
                    <a:pt x="376" y="127"/>
                  </a:cubicBezTo>
                  <a:cubicBezTo>
                    <a:pt x="379" y="131"/>
                    <a:pt x="400" y="138"/>
                    <a:pt x="403" y="135"/>
                  </a:cubicBezTo>
                  <a:cubicBezTo>
                    <a:pt x="405" y="131"/>
                    <a:pt x="410" y="139"/>
                    <a:pt x="414" y="143"/>
                  </a:cubicBezTo>
                  <a:cubicBezTo>
                    <a:pt x="417" y="147"/>
                    <a:pt x="412" y="149"/>
                    <a:pt x="414" y="156"/>
                  </a:cubicBezTo>
                  <a:close/>
                  <a:moveTo>
                    <a:pt x="433" y="112"/>
                  </a:moveTo>
                  <a:cubicBezTo>
                    <a:pt x="426" y="109"/>
                    <a:pt x="418" y="116"/>
                    <a:pt x="425" y="119"/>
                  </a:cubicBezTo>
                  <a:cubicBezTo>
                    <a:pt x="431" y="121"/>
                    <a:pt x="440" y="116"/>
                    <a:pt x="433" y="112"/>
                  </a:cubicBezTo>
                  <a:close/>
                  <a:moveTo>
                    <a:pt x="379" y="70"/>
                  </a:moveTo>
                  <a:cubicBezTo>
                    <a:pt x="385" y="73"/>
                    <a:pt x="382" y="77"/>
                    <a:pt x="388" y="79"/>
                  </a:cubicBezTo>
                  <a:cubicBezTo>
                    <a:pt x="394" y="82"/>
                    <a:pt x="411" y="76"/>
                    <a:pt x="412" y="80"/>
                  </a:cubicBezTo>
                  <a:cubicBezTo>
                    <a:pt x="414" y="84"/>
                    <a:pt x="395" y="85"/>
                    <a:pt x="397" y="87"/>
                  </a:cubicBezTo>
                  <a:cubicBezTo>
                    <a:pt x="400" y="90"/>
                    <a:pt x="411" y="94"/>
                    <a:pt x="409" y="96"/>
                  </a:cubicBezTo>
                  <a:cubicBezTo>
                    <a:pt x="408" y="98"/>
                    <a:pt x="427" y="105"/>
                    <a:pt x="429" y="102"/>
                  </a:cubicBezTo>
                  <a:cubicBezTo>
                    <a:pt x="431" y="99"/>
                    <a:pt x="436" y="100"/>
                    <a:pt x="441" y="101"/>
                  </a:cubicBezTo>
                  <a:cubicBezTo>
                    <a:pt x="446" y="103"/>
                    <a:pt x="446" y="90"/>
                    <a:pt x="450" y="92"/>
                  </a:cubicBezTo>
                  <a:cubicBezTo>
                    <a:pt x="453" y="94"/>
                    <a:pt x="453" y="87"/>
                    <a:pt x="458" y="85"/>
                  </a:cubicBezTo>
                  <a:cubicBezTo>
                    <a:pt x="464" y="83"/>
                    <a:pt x="472" y="83"/>
                    <a:pt x="472" y="80"/>
                  </a:cubicBezTo>
                  <a:cubicBezTo>
                    <a:pt x="473" y="78"/>
                    <a:pt x="471" y="76"/>
                    <a:pt x="464" y="76"/>
                  </a:cubicBezTo>
                  <a:cubicBezTo>
                    <a:pt x="457" y="77"/>
                    <a:pt x="453" y="75"/>
                    <a:pt x="456" y="71"/>
                  </a:cubicBezTo>
                  <a:cubicBezTo>
                    <a:pt x="459" y="67"/>
                    <a:pt x="449" y="66"/>
                    <a:pt x="452" y="63"/>
                  </a:cubicBezTo>
                  <a:cubicBezTo>
                    <a:pt x="456" y="60"/>
                    <a:pt x="445" y="57"/>
                    <a:pt x="446" y="62"/>
                  </a:cubicBezTo>
                  <a:cubicBezTo>
                    <a:pt x="447" y="66"/>
                    <a:pt x="440" y="62"/>
                    <a:pt x="438" y="58"/>
                  </a:cubicBezTo>
                  <a:cubicBezTo>
                    <a:pt x="437" y="54"/>
                    <a:pt x="422" y="52"/>
                    <a:pt x="412" y="43"/>
                  </a:cubicBezTo>
                  <a:cubicBezTo>
                    <a:pt x="402" y="34"/>
                    <a:pt x="391" y="40"/>
                    <a:pt x="397" y="41"/>
                  </a:cubicBezTo>
                  <a:cubicBezTo>
                    <a:pt x="403" y="42"/>
                    <a:pt x="403" y="45"/>
                    <a:pt x="398" y="45"/>
                  </a:cubicBezTo>
                  <a:cubicBezTo>
                    <a:pt x="393" y="45"/>
                    <a:pt x="385" y="45"/>
                    <a:pt x="392" y="48"/>
                  </a:cubicBezTo>
                  <a:cubicBezTo>
                    <a:pt x="400" y="51"/>
                    <a:pt x="392" y="53"/>
                    <a:pt x="385" y="53"/>
                  </a:cubicBezTo>
                  <a:cubicBezTo>
                    <a:pt x="379" y="53"/>
                    <a:pt x="379" y="61"/>
                    <a:pt x="387" y="62"/>
                  </a:cubicBezTo>
                  <a:cubicBezTo>
                    <a:pt x="395" y="63"/>
                    <a:pt x="389" y="68"/>
                    <a:pt x="382" y="66"/>
                  </a:cubicBezTo>
                  <a:cubicBezTo>
                    <a:pt x="376" y="64"/>
                    <a:pt x="373" y="68"/>
                    <a:pt x="379" y="70"/>
                  </a:cubicBezTo>
                  <a:close/>
                  <a:moveTo>
                    <a:pt x="425" y="34"/>
                  </a:moveTo>
                  <a:cubicBezTo>
                    <a:pt x="430" y="30"/>
                    <a:pt x="434" y="32"/>
                    <a:pt x="429" y="35"/>
                  </a:cubicBezTo>
                  <a:cubicBezTo>
                    <a:pt x="425" y="37"/>
                    <a:pt x="426" y="38"/>
                    <a:pt x="433" y="38"/>
                  </a:cubicBezTo>
                  <a:cubicBezTo>
                    <a:pt x="439" y="38"/>
                    <a:pt x="430" y="40"/>
                    <a:pt x="430" y="44"/>
                  </a:cubicBezTo>
                  <a:cubicBezTo>
                    <a:pt x="430" y="47"/>
                    <a:pt x="438" y="45"/>
                    <a:pt x="438" y="49"/>
                  </a:cubicBezTo>
                  <a:cubicBezTo>
                    <a:pt x="438" y="53"/>
                    <a:pt x="454" y="54"/>
                    <a:pt x="459" y="50"/>
                  </a:cubicBezTo>
                  <a:cubicBezTo>
                    <a:pt x="464" y="45"/>
                    <a:pt x="462" y="51"/>
                    <a:pt x="462" y="54"/>
                  </a:cubicBezTo>
                  <a:cubicBezTo>
                    <a:pt x="462" y="57"/>
                    <a:pt x="485" y="59"/>
                    <a:pt x="486" y="56"/>
                  </a:cubicBezTo>
                  <a:cubicBezTo>
                    <a:pt x="487" y="52"/>
                    <a:pt x="490" y="53"/>
                    <a:pt x="495" y="54"/>
                  </a:cubicBezTo>
                  <a:cubicBezTo>
                    <a:pt x="499" y="56"/>
                    <a:pt x="521" y="50"/>
                    <a:pt x="522" y="46"/>
                  </a:cubicBezTo>
                  <a:cubicBezTo>
                    <a:pt x="522" y="41"/>
                    <a:pt x="529" y="48"/>
                    <a:pt x="522" y="53"/>
                  </a:cubicBezTo>
                  <a:cubicBezTo>
                    <a:pt x="515" y="58"/>
                    <a:pt x="500" y="57"/>
                    <a:pt x="494" y="59"/>
                  </a:cubicBezTo>
                  <a:cubicBezTo>
                    <a:pt x="488" y="61"/>
                    <a:pt x="498" y="65"/>
                    <a:pt x="505" y="70"/>
                  </a:cubicBezTo>
                  <a:cubicBezTo>
                    <a:pt x="511" y="75"/>
                    <a:pt x="496" y="72"/>
                    <a:pt x="490" y="66"/>
                  </a:cubicBezTo>
                  <a:cubicBezTo>
                    <a:pt x="484" y="60"/>
                    <a:pt x="471" y="60"/>
                    <a:pt x="464" y="60"/>
                  </a:cubicBezTo>
                  <a:cubicBezTo>
                    <a:pt x="457" y="60"/>
                    <a:pt x="459" y="73"/>
                    <a:pt x="464" y="73"/>
                  </a:cubicBezTo>
                  <a:cubicBezTo>
                    <a:pt x="469" y="73"/>
                    <a:pt x="475" y="75"/>
                    <a:pt x="480" y="84"/>
                  </a:cubicBezTo>
                  <a:cubicBezTo>
                    <a:pt x="485" y="92"/>
                    <a:pt x="496" y="90"/>
                    <a:pt x="496" y="94"/>
                  </a:cubicBezTo>
                  <a:cubicBezTo>
                    <a:pt x="496" y="97"/>
                    <a:pt x="482" y="91"/>
                    <a:pt x="474" y="89"/>
                  </a:cubicBezTo>
                  <a:cubicBezTo>
                    <a:pt x="465" y="88"/>
                    <a:pt x="452" y="93"/>
                    <a:pt x="452" y="99"/>
                  </a:cubicBezTo>
                  <a:cubicBezTo>
                    <a:pt x="451" y="105"/>
                    <a:pt x="464" y="104"/>
                    <a:pt x="472" y="99"/>
                  </a:cubicBezTo>
                  <a:cubicBezTo>
                    <a:pt x="480" y="94"/>
                    <a:pt x="474" y="101"/>
                    <a:pt x="470" y="104"/>
                  </a:cubicBezTo>
                  <a:cubicBezTo>
                    <a:pt x="466" y="108"/>
                    <a:pt x="480" y="111"/>
                    <a:pt x="480" y="116"/>
                  </a:cubicBezTo>
                  <a:cubicBezTo>
                    <a:pt x="480" y="120"/>
                    <a:pt x="470" y="119"/>
                    <a:pt x="469" y="115"/>
                  </a:cubicBezTo>
                  <a:cubicBezTo>
                    <a:pt x="468" y="110"/>
                    <a:pt x="464" y="106"/>
                    <a:pt x="454" y="107"/>
                  </a:cubicBezTo>
                  <a:cubicBezTo>
                    <a:pt x="444" y="108"/>
                    <a:pt x="447" y="115"/>
                    <a:pt x="453" y="115"/>
                  </a:cubicBezTo>
                  <a:cubicBezTo>
                    <a:pt x="459" y="116"/>
                    <a:pt x="459" y="121"/>
                    <a:pt x="453" y="121"/>
                  </a:cubicBezTo>
                  <a:cubicBezTo>
                    <a:pt x="446" y="121"/>
                    <a:pt x="431" y="125"/>
                    <a:pt x="435" y="129"/>
                  </a:cubicBezTo>
                  <a:cubicBezTo>
                    <a:pt x="441" y="134"/>
                    <a:pt x="460" y="129"/>
                    <a:pt x="463" y="132"/>
                  </a:cubicBezTo>
                  <a:cubicBezTo>
                    <a:pt x="466" y="135"/>
                    <a:pt x="476" y="136"/>
                    <a:pt x="478" y="133"/>
                  </a:cubicBezTo>
                  <a:cubicBezTo>
                    <a:pt x="480" y="129"/>
                    <a:pt x="488" y="131"/>
                    <a:pt x="495" y="131"/>
                  </a:cubicBezTo>
                  <a:cubicBezTo>
                    <a:pt x="503" y="131"/>
                    <a:pt x="505" y="132"/>
                    <a:pt x="508" y="135"/>
                  </a:cubicBezTo>
                  <a:cubicBezTo>
                    <a:pt x="511" y="138"/>
                    <a:pt x="517" y="137"/>
                    <a:pt x="521" y="134"/>
                  </a:cubicBezTo>
                  <a:cubicBezTo>
                    <a:pt x="525" y="131"/>
                    <a:pt x="525" y="131"/>
                    <a:pt x="531" y="131"/>
                  </a:cubicBezTo>
                  <a:cubicBezTo>
                    <a:pt x="536" y="131"/>
                    <a:pt x="537" y="128"/>
                    <a:pt x="534" y="124"/>
                  </a:cubicBezTo>
                  <a:cubicBezTo>
                    <a:pt x="532" y="119"/>
                    <a:pt x="525" y="127"/>
                    <a:pt x="524" y="124"/>
                  </a:cubicBezTo>
                  <a:cubicBezTo>
                    <a:pt x="523" y="120"/>
                    <a:pt x="517" y="119"/>
                    <a:pt x="507" y="120"/>
                  </a:cubicBezTo>
                  <a:cubicBezTo>
                    <a:pt x="496" y="122"/>
                    <a:pt x="501" y="113"/>
                    <a:pt x="507" y="115"/>
                  </a:cubicBezTo>
                  <a:cubicBezTo>
                    <a:pt x="513" y="117"/>
                    <a:pt x="522" y="116"/>
                    <a:pt x="529" y="115"/>
                  </a:cubicBezTo>
                  <a:cubicBezTo>
                    <a:pt x="536" y="113"/>
                    <a:pt x="531" y="109"/>
                    <a:pt x="531" y="106"/>
                  </a:cubicBezTo>
                  <a:cubicBezTo>
                    <a:pt x="531" y="103"/>
                    <a:pt x="540" y="105"/>
                    <a:pt x="546" y="105"/>
                  </a:cubicBezTo>
                  <a:cubicBezTo>
                    <a:pt x="553" y="105"/>
                    <a:pt x="563" y="94"/>
                    <a:pt x="563" y="88"/>
                  </a:cubicBezTo>
                  <a:cubicBezTo>
                    <a:pt x="564" y="82"/>
                    <a:pt x="548" y="83"/>
                    <a:pt x="541" y="83"/>
                  </a:cubicBezTo>
                  <a:cubicBezTo>
                    <a:pt x="533" y="83"/>
                    <a:pt x="546" y="78"/>
                    <a:pt x="560" y="78"/>
                  </a:cubicBezTo>
                  <a:cubicBezTo>
                    <a:pt x="574" y="79"/>
                    <a:pt x="568" y="73"/>
                    <a:pt x="570" y="70"/>
                  </a:cubicBezTo>
                  <a:cubicBezTo>
                    <a:pt x="573" y="68"/>
                    <a:pt x="580" y="73"/>
                    <a:pt x="587" y="72"/>
                  </a:cubicBezTo>
                  <a:cubicBezTo>
                    <a:pt x="594" y="70"/>
                    <a:pt x="589" y="64"/>
                    <a:pt x="594" y="64"/>
                  </a:cubicBezTo>
                  <a:cubicBezTo>
                    <a:pt x="597" y="64"/>
                    <a:pt x="605" y="59"/>
                    <a:pt x="620" y="50"/>
                  </a:cubicBezTo>
                  <a:cubicBezTo>
                    <a:pt x="636" y="42"/>
                    <a:pt x="648" y="43"/>
                    <a:pt x="648" y="38"/>
                  </a:cubicBezTo>
                  <a:cubicBezTo>
                    <a:pt x="649" y="34"/>
                    <a:pt x="627" y="38"/>
                    <a:pt x="623" y="37"/>
                  </a:cubicBezTo>
                  <a:cubicBezTo>
                    <a:pt x="620" y="35"/>
                    <a:pt x="639" y="31"/>
                    <a:pt x="643" y="32"/>
                  </a:cubicBezTo>
                  <a:cubicBezTo>
                    <a:pt x="648" y="34"/>
                    <a:pt x="654" y="32"/>
                    <a:pt x="669" y="25"/>
                  </a:cubicBezTo>
                  <a:cubicBezTo>
                    <a:pt x="684" y="17"/>
                    <a:pt x="677" y="16"/>
                    <a:pt x="671" y="17"/>
                  </a:cubicBezTo>
                  <a:cubicBezTo>
                    <a:pt x="665" y="18"/>
                    <a:pt x="658" y="16"/>
                    <a:pt x="658" y="11"/>
                  </a:cubicBezTo>
                  <a:cubicBezTo>
                    <a:pt x="658" y="7"/>
                    <a:pt x="649" y="11"/>
                    <a:pt x="648" y="9"/>
                  </a:cubicBezTo>
                  <a:cubicBezTo>
                    <a:pt x="648" y="7"/>
                    <a:pt x="639" y="8"/>
                    <a:pt x="629" y="11"/>
                  </a:cubicBezTo>
                  <a:cubicBezTo>
                    <a:pt x="620" y="15"/>
                    <a:pt x="628" y="8"/>
                    <a:pt x="633" y="6"/>
                  </a:cubicBezTo>
                  <a:cubicBezTo>
                    <a:pt x="637" y="5"/>
                    <a:pt x="608" y="6"/>
                    <a:pt x="603" y="3"/>
                  </a:cubicBezTo>
                  <a:cubicBezTo>
                    <a:pt x="598" y="0"/>
                    <a:pt x="593" y="8"/>
                    <a:pt x="588" y="4"/>
                  </a:cubicBezTo>
                  <a:cubicBezTo>
                    <a:pt x="584" y="0"/>
                    <a:pt x="572" y="3"/>
                    <a:pt x="574" y="7"/>
                  </a:cubicBezTo>
                  <a:cubicBezTo>
                    <a:pt x="575" y="10"/>
                    <a:pt x="572" y="10"/>
                    <a:pt x="567" y="6"/>
                  </a:cubicBezTo>
                  <a:cubicBezTo>
                    <a:pt x="563" y="3"/>
                    <a:pt x="554" y="7"/>
                    <a:pt x="546" y="6"/>
                  </a:cubicBezTo>
                  <a:cubicBezTo>
                    <a:pt x="539" y="4"/>
                    <a:pt x="542" y="12"/>
                    <a:pt x="533" y="8"/>
                  </a:cubicBezTo>
                  <a:cubicBezTo>
                    <a:pt x="525" y="4"/>
                    <a:pt x="515" y="6"/>
                    <a:pt x="518" y="7"/>
                  </a:cubicBezTo>
                  <a:cubicBezTo>
                    <a:pt x="521" y="8"/>
                    <a:pt x="517" y="11"/>
                    <a:pt x="513" y="10"/>
                  </a:cubicBezTo>
                  <a:cubicBezTo>
                    <a:pt x="510" y="8"/>
                    <a:pt x="506" y="10"/>
                    <a:pt x="508" y="14"/>
                  </a:cubicBezTo>
                  <a:cubicBezTo>
                    <a:pt x="510" y="17"/>
                    <a:pt x="494" y="13"/>
                    <a:pt x="494" y="17"/>
                  </a:cubicBezTo>
                  <a:cubicBezTo>
                    <a:pt x="494" y="21"/>
                    <a:pt x="489" y="23"/>
                    <a:pt x="484" y="19"/>
                  </a:cubicBezTo>
                  <a:cubicBezTo>
                    <a:pt x="480" y="16"/>
                    <a:pt x="466" y="14"/>
                    <a:pt x="470" y="18"/>
                  </a:cubicBezTo>
                  <a:cubicBezTo>
                    <a:pt x="474" y="21"/>
                    <a:pt x="457" y="19"/>
                    <a:pt x="462" y="23"/>
                  </a:cubicBezTo>
                  <a:cubicBezTo>
                    <a:pt x="466" y="26"/>
                    <a:pt x="456" y="29"/>
                    <a:pt x="456" y="27"/>
                  </a:cubicBezTo>
                  <a:cubicBezTo>
                    <a:pt x="456" y="25"/>
                    <a:pt x="447" y="22"/>
                    <a:pt x="443" y="25"/>
                  </a:cubicBezTo>
                  <a:cubicBezTo>
                    <a:pt x="439" y="28"/>
                    <a:pt x="438" y="32"/>
                    <a:pt x="436" y="30"/>
                  </a:cubicBezTo>
                  <a:cubicBezTo>
                    <a:pt x="434" y="28"/>
                    <a:pt x="426" y="29"/>
                    <a:pt x="418" y="32"/>
                  </a:cubicBezTo>
                  <a:cubicBezTo>
                    <a:pt x="410" y="35"/>
                    <a:pt x="419" y="37"/>
                    <a:pt x="425" y="34"/>
                  </a:cubicBezTo>
                  <a:close/>
                  <a:moveTo>
                    <a:pt x="519" y="356"/>
                  </a:moveTo>
                  <a:cubicBezTo>
                    <a:pt x="521" y="355"/>
                    <a:pt x="527" y="346"/>
                    <a:pt x="520" y="346"/>
                  </a:cubicBezTo>
                  <a:cubicBezTo>
                    <a:pt x="513" y="347"/>
                    <a:pt x="515" y="356"/>
                    <a:pt x="519" y="356"/>
                  </a:cubicBezTo>
                  <a:close/>
                  <a:moveTo>
                    <a:pt x="486" y="348"/>
                  </a:moveTo>
                  <a:cubicBezTo>
                    <a:pt x="492" y="351"/>
                    <a:pt x="501" y="341"/>
                    <a:pt x="500" y="338"/>
                  </a:cubicBezTo>
                  <a:cubicBezTo>
                    <a:pt x="499" y="335"/>
                    <a:pt x="479" y="343"/>
                    <a:pt x="486" y="348"/>
                  </a:cubicBezTo>
                  <a:close/>
                  <a:moveTo>
                    <a:pt x="513" y="327"/>
                  </a:moveTo>
                  <a:cubicBezTo>
                    <a:pt x="513" y="323"/>
                    <a:pt x="500" y="322"/>
                    <a:pt x="501" y="318"/>
                  </a:cubicBezTo>
                  <a:cubicBezTo>
                    <a:pt x="502" y="314"/>
                    <a:pt x="489" y="310"/>
                    <a:pt x="485" y="308"/>
                  </a:cubicBezTo>
                  <a:cubicBezTo>
                    <a:pt x="481" y="306"/>
                    <a:pt x="474" y="305"/>
                    <a:pt x="474" y="300"/>
                  </a:cubicBezTo>
                  <a:cubicBezTo>
                    <a:pt x="474" y="296"/>
                    <a:pt x="465" y="299"/>
                    <a:pt x="465" y="306"/>
                  </a:cubicBezTo>
                  <a:cubicBezTo>
                    <a:pt x="465" y="312"/>
                    <a:pt x="461" y="311"/>
                    <a:pt x="463" y="317"/>
                  </a:cubicBezTo>
                  <a:cubicBezTo>
                    <a:pt x="465" y="324"/>
                    <a:pt x="454" y="325"/>
                    <a:pt x="456" y="329"/>
                  </a:cubicBezTo>
                  <a:cubicBezTo>
                    <a:pt x="457" y="332"/>
                    <a:pt x="462" y="328"/>
                    <a:pt x="466" y="328"/>
                  </a:cubicBezTo>
                  <a:cubicBezTo>
                    <a:pt x="471" y="328"/>
                    <a:pt x="465" y="334"/>
                    <a:pt x="471" y="335"/>
                  </a:cubicBezTo>
                  <a:cubicBezTo>
                    <a:pt x="475" y="335"/>
                    <a:pt x="483" y="330"/>
                    <a:pt x="485" y="327"/>
                  </a:cubicBezTo>
                  <a:cubicBezTo>
                    <a:pt x="487" y="324"/>
                    <a:pt x="490" y="323"/>
                    <a:pt x="496" y="327"/>
                  </a:cubicBezTo>
                  <a:cubicBezTo>
                    <a:pt x="501" y="330"/>
                    <a:pt x="512" y="331"/>
                    <a:pt x="513" y="327"/>
                  </a:cubicBezTo>
                  <a:close/>
                  <a:moveTo>
                    <a:pt x="635" y="294"/>
                  </a:moveTo>
                  <a:cubicBezTo>
                    <a:pt x="639" y="295"/>
                    <a:pt x="640" y="300"/>
                    <a:pt x="647" y="306"/>
                  </a:cubicBezTo>
                  <a:cubicBezTo>
                    <a:pt x="654" y="312"/>
                    <a:pt x="655" y="308"/>
                    <a:pt x="656" y="304"/>
                  </a:cubicBezTo>
                  <a:cubicBezTo>
                    <a:pt x="657" y="300"/>
                    <a:pt x="665" y="303"/>
                    <a:pt x="665" y="299"/>
                  </a:cubicBezTo>
                  <a:cubicBezTo>
                    <a:pt x="664" y="295"/>
                    <a:pt x="671" y="290"/>
                    <a:pt x="676" y="288"/>
                  </a:cubicBezTo>
                  <a:cubicBezTo>
                    <a:pt x="680" y="286"/>
                    <a:pt x="672" y="282"/>
                    <a:pt x="666" y="282"/>
                  </a:cubicBezTo>
                  <a:cubicBezTo>
                    <a:pt x="660" y="283"/>
                    <a:pt x="659" y="278"/>
                    <a:pt x="659" y="276"/>
                  </a:cubicBezTo>
                  <a:cubicBezTo>
                    <a:pt x="659" y="273"/>
                    <a:pt x="648" y="267"/>
                    <a:pt x="644" y="268"/>
                  </a:cubicBezTo>
                  <a:cubicBezTo>
                    <a:pt x="640" y="269"/>
                    <a:pt x="634" y="263"/>
                    <a:pt x="629" y="263"/>
                  </a:cubicBezTo>
                  <a:cubicBezTo>
                    <a:pt x="624" y="262"/>
                    <a:pt x="617" y="259"/>
                    <a:pt x="618" y="253"/>
                  </a:cubicBezTo>
                  <a:cubicBezTo>
                    <a:pt x="618" y="248"/>
                    <a:pt x="627" y="255"/>
                    <a:pt x="629" y="251"/>
                  </a:cubicBezTo>
                  <a:cubicBezTo>
                    <a:pt x="631" y="247"/>
                    <a:pt x="620" y="249"/>
                    <a:pt x="620" y="246"/>
                  </a:cubicBezTo>
                  <a:cubicBezTo>
                    <a:pt x="619" y="243"/>
                    <a:pt x="622" y="244"/>
                    <a:pt x="624" y="242"/>
                  </a:cubicBezTo>
                  <a:cubicBezTo>
                    <a:pt x="627" y="240"/>
                    <a:pt x="623" y="237"/>
                    <a:pt x="620" y="235"/>
                  </a:cubicBezTo>
                  <a:cubicBezTo>
                    <a:pt x="617" y="234"/>
                    <a:pt x="617" y="238"/>
                    <a:pt x="614" y="238"/>
                  </a:cubicBezTo>
                  <a:cubicBezTo>
                    <a:pt x="611" y="238"/>
                    <a:pt x="614" y="234"/>
                    <a:pt x="615" y="231"/>
                  </a:cubicBezTo>
                  <a:cubicBezTo>
                    <a:pt x="617" y="229"/>
                    <a:pt x="607" y="226"/>
                    <a:pt x="602" y="227"/>
                  </a:cubicBezTo>
                  <a:cubicBezTo>
                    <a:pt x="598" y="229"/>
                    <a:pt x="596" y="226"/>
                    <a:pt x="596" y="223"/>
                  </a:cubicBezTo>
                  <a:cubicBezTo>
                    <a:pt x="596" y="220"/>
                    <a:pt x="589" y="223"/>
                    <a:pt x="586" y="225"/>
                  </a:cubicBezTo>
                  <a:cubicBezTo>
                    <a:pt x="583" y="228"/>
                    <a:pt x="579" y="223"/>
                    <a:pt x="583" y="223"/>
                  </a:cubicBezTo>
                  <a:cubicBezTo>
                    <a:pt x="586" y="222"/>
                    <a:pt x="591" y="219"/>
                    <a:pt x="590" y="216"/>
                  </a:cubicBezTo>
                  <a:cubicBezTo>
                    <a:pt x="589" y="213"/>
                    <a:pt x="579" y="212"/>
                    <a:pt x="577" y="217"/>
                  </a:cubicBezTo>
                  <a:cubicBezTo>
                    <a:pt x="575" y="221"/>
                    <a:pt x="567" y="212"/>
                    <a:pt x="567" y="209"/>
                  </a:cubicBezTo>
                  <a:cubicBezTo>
                    <a:pt x="567" y="205"/>
                    <a:pt x="555" y="208"/>
                    <a:pt x="557" y="203"/>
                  </a:cubicBezTo>
                  <a:cubicBezTo>
                    <a:pt x="558" y="197"/>
                    <a:pt x="543" y="196"/>
                    <a:pt x="539" y="196"/>
                  </a:cubicBezTo>
                  <a:cubicBezTo>
                    <a:pt x="535" y="196"/>
                    <a:pt x="529" y="199"/>
                    <a:pt x="530" y="203"/>
                  </a:cubicBezTo>
                  <a:cubicBezTo>
                    <a:pt x="530" y="206"/>
                    <a:pt x="525" y="205"/>
                    <a:pt x="524" y="201"/>
                  </a:cubicBezTo>
                  <a:cubicBezTo>
                    <a:pt x="524" y="197"/>
                    <a:pt x="513" y="205"/>
                    <a:pt x="510" y="205"/>
                  </a:cubicBezTo>
                  <a:cubicBezTo>
                    <a:pt x="508" y="205"/>
                    <a:pt x="512" y="194"/>
                    <a:pt x="511" y="191"/>
                  </a:cubicBezTo>
                  <a:cubicBezTo>
                    <a:pt x="509" y="188"/>
                    <a:pt x="507" y="187"/>
                    <a:pt x="505" y="181"/>
                  </a:cubicBezTo>
                  <a:cubicBezTo>
                    <a:pt x="503" y="175"/>
                    <a:pt x="491" y="178"/>
                    <a:pt x="488" y="181"/>
                  </a:cubicBezTo>
                  <a:cubicBezTo>
                    <a:pt x="485" y="184"/>
                    <a:pt x="476" y="183"/>
                    <a:pt x="471" y="188"/>
                  </a:cubicBezTo>
                  <a:cubicBezTo>
                    <a:pt x="465" y="193"/>
                    <a:pt x="471" y="199"/>
                    <a:pt x="473" y="200"/>
                  </a:cubicBezTo>
                  <a:cubicBezTo>
                    <a:pt x="475" y="202"/>
                    <a:pt x="465" y="205"/>
                    <a:pt x="469" y="208"/>
                  </a:cubicBezTo>
                  <a:cubicBezTo>
                    <a:pt x="472" y="211"/>
                    <a:pt x="477" y="210"/>
                    <a:pt x="478" y="215"/>
                  </a:cubicBezTo>
                  <a:cubicBezTo>
                    <a:pt x="478" y="219"/>
                    <a:pt x="465" y="213"/>
                    <a:pt x="463" y="209"/>
                  </a:cubicBezTo>
                  <a:cubicBezTo>
                    <a:pt x="462" y="205"/>
                    <a:pt x="464" y="201"/>
                    <a:pt x="462" y="198"/>
                  </a:cubicBezTo>
                  <a:cubicBezTo>
                    <a:pt x="459" y="195"/>
                    <a:pt x="461" y="191"/>
                    <a:pt x="466" y="186"/>
                  </a:cubicBezTo>
                  <a:cubicBezTo>
                    <a:pt x="471" y="181"/>
                    <a:pt x="475" y="182"/>
                    <a:pt x="475" y="179"/>
                  </a:cubicBezTo>
                  <a:cubicBezTo>
                    <a:pt x="475" y="176"/>
                    <a:pt x="454" y="176"/>
                    <a:pt x="441" y="187"/>
                  </a:cubicBezTo>
                  <a:cubicBezTo>
                    <a:pt x="429" y="198"/>
                    <a:pt x="433" y="213"/>
                    <a:pt x="434" y="216"/>
                  </a:cubicBezTo>
                  <a:cubicBezTo>
                    <a:pt x="434" y="219"/>
                    <a:pt x="445" y="218"/>
                    <a:pt x="451" y="219"/>
                  </a:cubicBezTo>
                  <a:cubicBezTo>
                    <a:pt x="458" y="221"/>
                    <a:pt x="454" y="224"/>
                    <a:pt x="450" y="223"/>
                  </a:cubicBezTo>
                  <a:cubicBezTo>
                    <a:pt x="445" y="222"/>
                    <a:pt x="437" y="221"/>
                    <a:pt x="437" y="224"/>
                  </a:cubicBezTo>
                  <a:cubicBezTo>
                    <a:pt x="437" y="228"/>
                    <a:pt x="447" y="234"/>
                    <a:pt x="453" y="233"/>
                  </a:cubicBezTo>
                  <a:cubicBezTo>
                    <a:pt x="459" y="231"/>
                    <a:pt x="459" y="231"/>
                    <a:pt x="462" y="234"/>
                  </a:cubicBezTo>
                  <a:cubicBezTo>
                    <a:pt x="465" y="238"/>
                    <a:pt x="472" y="237"/>
                    <a:pt x="479" y="237"/>
                  </a:cubicBezTo>
                  <a:cubicBezTo>
                    <a:pt x="486" y="237"/>
                    <a:pt x="494" y="240"/>
                    <a:pt x="497" y="240"/>
                  </a:cubicBezTo>
                  <a:cubicBezTo>
                    <a:pt x="501" y="241"/>
                    <a:pt x="505" y="239"/>
                    <a:pt x="506" y="237"/>
                  </a:cubicBezTo>
                  <a:cubicBezTo>
                    <a:pt x="507" y="235"/>
                    <a:pt x="521" y="240"/>
                    <a:pt x="525" y="239"/>
                  </a:cubicBezTo>
                  <a:cubicBezTo>
                    <a:pt x="529" y="239"/>
                    <a:pt x="527" y="235"/>
                    <a:pt x="524" y="234"/>
                  </a:cubicBezTo>
                  <a:cubicBezTo>
                    <a:pt x="521" y="233"/>
                    <a:pt x="522" y="228"/>
                    <a:pt x="526" y="230"/>
                  </a:cubicBezTo>
                  <a:cubicBezTo>
                    <a:pt x="529" y="232"/>
                    <a:pt x="535" y="233"/>
                    <a:pt x="536" y="236"/>
                  </a:cubicBezTo>
                  <a:cubicBezTo>
                    <a:pt x="537" y="239"/>
                    <a:pt x="540" y="238"/>
                    <a:pt x="540" y="240"/>
                  </a:cubicBezTo>
                  <a:cubicBezTo>
                    <a:pt x="541" y="243"/>
                    <a:pt x="553" y="246"/>
                    <a:pt x="553" y="249"/>
                  </a:cubicBezTo>
                  <a:cubicBezTo>
                    <a:pt x="553" y="252"/>
                    <a:pt x="541" y="253"/>
                    <a:pt x="545" y="256"/>
                  </a:cubicBezTo>
                  <a:cubicBezTo>
                    <a:pt x="548" y="259"/>
                    <a:pt x="553" y="253"/>
                    <a:pt x="558" y="252"/>
                  </a:cubicBezTo>
                  <a:cubicBezTo>
                    <a:pt x="562" y="252"/>
                    <a:pt x="562" y="262"/>
                    <a:pt x="566" y="261"/>
                  </a:cubicBezTo>
                  <a:cubicBezTo>
                    <a:pt x="570" y="259"/>
                    <a:pt x="574" y="262"/>
                    <a:pt x="578" y="269"/>
                  </a:cubicBezTo>
                  <a:cubicBezTo>
                    <a:pt x="583" y="275"/>
                    <a:pt x="578" y="281"/>
                    <a:pt x="578" y="283"/>
                  </a:cubicBezTo>
                  <a:cubicBezTo>
                    <a:pt x="579" y="286"/>
                    <a:pt x="587" y="285"/>
                    <a:pt x="592" y="282"/>
                  </a:cubicBezTo>
                  <a:cubicBezTo>
                    <a:pt x="597" y="280"/>
                    <a:pt x="602" y="285"/>
                    <a:pt x="605" y="289"/>
                  </a:cubicBezTo>
                  <a:cubicBezTo>
                    <a:pt x="609" y="292"/>
                    <a:pt x="592" y="298"/>
                    <a:pt x="593" y="295"/>
                  </a:cubicBezTo>
                  <a:cubicBezTo>
                    <a:pt x="595" y="292"/>
                    <a:pt x="583" y="283"/>
                    <a:pt x="572" y="287"/>
                  </a:cubicBezTo>
                  <a:cubicBezTo>
                    <a:pt x="561" y="291"/>
                    <a:pt x="568" y="297"/>
                    <a:pt x="569" y="301"/>
                  </a:cubicBezTo>
                  <a:cubicBezTo>
                    <a:pt x="571" y="305"/>
                    <a:pt x="560" y="308"/>
                    <a:pt x="550" y="305"/>
                  </a:cubicBezTo>
                  <a:cubicBezTo>
                    <a:pt x="540" y="302"/>
                    <a:pt x="543" y="307"/>
                    <a:pt x="539" y="307"/>
                  </a:cubicBezTo>
                  <a:cubicBezTo>
                    <a:pt x="534" y="307"/>
                    <a:pt x="530" y="314"/>
                    <a:pt x="534" y="318"/>
                  </a:cubicBezTo>
                  <a:cubicBezTo>
                    <a:pt x="537" y="322"/>
                    <a:pt x="546" y="318"/>
                    <a:pt x="552" y="318"/>
                  </a:cubicBezTo>
                  <a:cubicBezTo>
                    <a:pt x="559" y="319"/>
                    <a:pt x="560" y="321"/>
                    <a:pt x="561" y="317"/>
                  </a:cubicBezTo>
                  <a:cubicBezTo>
                    <a:pt x="561" y="313"/>
                    <a:pt x="568" y="315"/>
                    <a:pt x="573" y="316"/>
                  </a:cubicBezTo>
                  <a:cubicBezTo>
                    <a:pt x="578" y="317"/>
                    <a:pt x="577" y="324"/>
                    <a:pt x="583" y="325"/>
                  </a:cubicBezTo>
                  <a:cubicBezTo>
                    <a:pt x="589" y="326"/>
                    <a:pt x="584" y="332"/>
                    <a:pt x="588" y="336"/>
                  </a:cubicBezTo>
                  <a:cubicBezTo>
                    <a:pt x="592" y="340"/>
                    <a:pt x="603" y="337"/>
                    <a:pt x="608" y="342"/>
                  </a:cubicBezTo>
                  <a:cubicBezTo>
                    <a:pt x="612" y="346"/>
                    <a:pt x="631" y="355"/>
                    <a:pt x="634" y="352"/>
                  </a:cubicBezTo>
                  <a:cubicBezTo>
                    <a:pt x="637" y="348"/>
                    <a:pt x="618" y="331"/>
                    <a:pt x="612" y="330"/>
                  </a:cubicBezTo>
                  <a:cubicBezTo>
                    <a:pt x="606" y="328"/>
                    <a:pt x="618" y="326"/>
                    <a:pt x="625" y="332"/>
                  </a:cubicBezTo>
                  <a:cubicBezTo>
                    <a:pt x="632" y="337"/>
                    <a:pt x="642" y="340"/>
                    <a:pt x="648" y="333"/>
                  </a:cubicBezTo>
                  <a:cubicBezTo>
                    <a:pt x="653" y="327"/>
                    <a:pt x="643" y="329"/>
                    <a:pt x="643" y="324"/>
                  </a:cubicBezTo>
                  <a:cubicBezTo>
                    <a:pt x="643" y="319"/>
                    <a:pt x="640" y="312"/>
                    <a:pt x="634" y="312"/>
                  </a:cubicBezTo>
                  <a:cubicBezTo>
                    <a:pt x="629" y="312"/>
                    <a:pt x="616" y="302"/>
                    <a:pt x="621" y="299"/>
                  </a:cubicBezTo>
                  <a:cubicBezTo>
                    <a:pt x="626" y="297"/>
                    <a:pt x="619" y="294"/>
                    <a:pt x="623" y="290"/>
                  </a:cubicBezTo>
                  <a:cubicBezTo>
                    <a:pt x="627" y="286"/>
                    <a:pt x="630" y="294"/>
                    <a:pt x="635" y="294"/>
                  </a:cubicBezTo>
                  <a:close/>
                  <a:moveTo>
                    <a:pt x="556" y="276"/>
                  </a:moveTo>
                  <a:cubicBezTo>
                    <a:pt x="561" y="276"/>
                    <a:pt x="560" y="269"/>
                    <a:pt x="557" y="265"/>
                  </a:cubicBezTo>
                  <a:cubicBezTo>
                    <a:pt x="555" y="262"/>
                    <a:pt x="550" y="262"/>
                    <a:pt x="546" y="262"/>
                  </a:cubicBezTo>
                  <a:cubicBezTo>
                    <a:pt x="542" y="263"/>
                    <a:pt x="535" y="269"/>
                    <a:pt x="539" y="276"/>
                  </a:cubicBezTo>
                  <a:cubicBezTo>
                    <a:pt x="543" y="282"/>
                    <a:pt x="552" y="277"/>
                    <a:pt x="556" y="276"/>
                  </a:cubicBezTo>
                  <a:close/>
                  <a:moveTo>
                    <a:pt x="509" y="179"/>
                  </a:moveTo>
                  <a:cubicBezTo>
                    <a:pt x="507" y="184"/>
                    <a:pt x="514" y="184"/>
                    <a:pt x="515" y="190"/>
                  </a:cubicBezTo>
                  <a:cubicBezTo>
                    <a:pt x="515" y="195"/>
                    <a:pt x="522" y="197"/>
                    <a:pt x="527" y="194"/>
                  </a:cubicBezTo>
                  <a:cubicBezTo>
                    <a:pt x="533" y="190"/>
                    <a:pt x="547" y="195"/>
                    <a:pt x="547" y="190"/>
                  </a:cubicBezTo>
                  <a:cubicBezTo>
                    <a:pt x="547" y="186"/>
                    <a:pt x="532" y="179"/>
                    <a:pt x="526" y="180"/>
                  </a:cubicBezTo>
                  <a:cubicBezTo>
                    <a:pt x="521" y="181"/>
                    <a:pt x="512" y="174"/>
                    <a:pt x="509" y="179"/>
                  </a:cubicBezTo>
                  <a:close/>
                  <a:moveTo>
                    <a:pt x="649" y="497"/>
                  </a:moveTo>
                  <a:cubicBezTo>
                    <a:pt x="650" y="500"/>
                    <a:pt x="672" y="509"/>
                    <a:pt x="673" y="505"/>
                  </a:cubicBezTo>
                  <a:cubicBezTo>
                    <a:pt x="673" y="501"/>
                    <a:pt x="649" y="494"/>
                    <a:pt x="649" y="497"/>
                  </a:cubicBezTo>
                  <a:close/>
                  <a:moveTo>
                    <a:pt x="744" y="519"/>
                  </a:moveTo>
                  <a:cubicBezTo>
                    <a:pt x="743" y="522"/>
                    <a:pt x="740" y="517"/>
                    <a:pt x="744" y="515"/>
                  </a:cubicBezTo>
                  <a:cubicBezTo>
                    <a:pt x="747" y="512"/>
                    <a:pt x="743" y="511"/>
                    <a:pt x="740" y="513"/>
                  </a:cubicBezTo>
                  <a:cubicBezTo>
                    <a:pt x="737" y="514"/>
                    <a:pt x="738" y="506"/>
                    <a:pt x="741" y="505"/>
                  </a:cubicBezTo>
                  <a:cubicBezTo>
                    <a:pt x="743" y="503"/>
                    <a:pt x="734" y="500"/>
                    <a:pt x="734" y="503"/>
                  </a:cubicBezTo>
                  <a:cubicBezTo>
                    <a:pt x="734" y="506"/>
                    <a:pt x="727" y="504"/>
                    <a:pt x="726" y="501"/>
                  </a:cubicBezTo>
                  <a:cubicBezTo>
                    <a:pt x="726" y="499"/>
                    <a:pt x="721" y="498"/>
                    <a:pt x="723" y="496"/>
                  </a:cubicBezTo>
                  <a:cubicBezTo>
                    <a:pt x="724" y="495"/>
                    <a:pt x="717" y="494"/>
                    <a:pt x="716" y="497"/>
                  </a:cubicBezTo>
                  <a:cubicBezTo>
                    <a:pt x="716" y="500"/>
                    <a:pt x="713" y="495"/>
                    <a:pt x="717" y="491"/>
                  </a:cubicBezTo>
                  <a:cubicBezTo>
                    <a:pt x="721" y="487"/>
                    <a:pt x="719" y="483"/>
                    <a:pt x="723" y="481"/>
                  </a:cubicBezTo>
                  <a:cubicBezTo>
                    <a:pt x="726" y="479"/>
                    <a:pt x="723" y="477"/>
                    <a:pt x="719" y="478"/>
                  </a:cubicBezTo>
                  <a:cubicBezTo>
                    <a:pt x="715" y="480"/>
                    <a:pt x="705" y="494"/>
                    <a:pt x="705" y="497"/>
                  </a:cubicBezTo>
                  <a:cubicBezTo>
                    <a:pt x="705" y="501"/>
                    <a:pt x="705" y="506"/>
                    <a:pt x="702" y="505"/>
                  </a:cubicBezTo>
                  <a:cubicBezTo>
                    <a:pt x="698" y="505"/>
                    <a:pt x="694" y="508"/>
                    <a:pt x="697" y="510"/>
                  </a:cubicBezTo>
                  <a:cubicBezTo>
                    <a:pt x="700" y="512"/>
                    <a:pt x="690" y="518"/>
                    <a:pt x="694" y="520"/>
                  </a:cubicBezTo>
                  <a:cubicBezTo>
                    <a:pt x="698" y="522"/>
                    <a:pt x="703" y="520"/>
                    <a:pt x="707" y="520"/>
                  </a:cubicBezTo>
                  <a:cubicBezTo>
                    <a:pt x="712" y="521"/>
                    <a:pt x="716" y="521"/>
                    <a:pt x="719" y="518"/>
                  </a:cubicBezTo>
                  <a:cubicBezTo>
                    <a:pt x="723" y="516"/>
                    <a:pt x="723" y="521"/>
                    <a:pt x="727" y="520"/>
                  </a:cubicBezTo>
                  <a:cubicBezTo>
                    <a:pt x="731" y="520"/>
                    <a:pt x="725" y="523"/>
                    <a:pt x="725" y="526"/>
                  </a:cubicBezTo>
                  <a:cubicBezTo>
                    <a:pt x="725" y="529"/>
                    <a:pt x="729" y="525"/>
                    <a:pt x="732" y="523"/>
                  </a:cubicBezTo>
                  <a:cubicBezTo>
                    <a:pt x="735" y="522"/>
                    <a:pt x="739" y="523"/>
                    <a:pt x="737" y="526"/>
                  </a:cubicBezTo>
                  <a:cubicBezTo>
                    <a:pt x="736" y="528"/>
                    <a:pt x="746" y="531"/>
                    <a:pt x="748" y="527"/>
                  </a:cubicBezTo>
                  <a:cubicBezTo>
                    <a:pt x="750" y="523"/>
                    <a:pt x="746" y="517"/>
                    <a:pt x="744" y="519"/>
                  </a:cubicBezTo>
                  <a:close/>
                  <a:moveTo>
                    <a:pt x="69" y="451"/>
                  </a:moveTo>
                  <a:cubicBezTo>
                    <a:pt x="62" y="454"/>
                    <a:pt x="79" y="471"/>
                    <a:pt x="82" y="469"/>
                  </a:cubicBezTo>
                  <a:cubicBezTo>
                    <a:pt x="84" y="468"/>
                    <a:pt x="78" y="460"/>
                    <a:pt x="78" y="456"/>
                  </a:cubicBezTo>
                  <a:cubicBezTo>
                    <a:pt x="78" y="452"/>
                    <a:pt x="76" y="447"/>
                    <a:pt x="69" y="451"/>
                  </a:cubicBezTo>
                  <a:close/>
                  <a:moveTo>
                    <a:pt x="685" y="536"/>
                  </a:moveTo>
                  <a:cubicBezTo>
                    <a:pt x="682" y="536"/>
                    <a:pt x="684" y="532"/>
                    <a:pt x="684" y="530"/>
                  </a:cubicBezTo>
                  <a:cubicBezTo>
                    <a:pt x="685" y="528"/>
                    <a:pt x="679" y="531"/>
                    <a:pt x="679" y="533"/>
                  </a:cubicBezTo>
                  <a:cubicBezTo>
                    <a:pt x="678" y="536"/>
                    <a:pt x="674" y="537"/>
                    <a:pt x="674" y="538"/>
                  </a:cubicBezTo>
                  <a:cubicBezTo>
                    <a:pt x="674" y="543"/>
                    <a:pt x="674" y="540"/>
                    <a:pt x="671" y="542"/>
                  </a:cubicBezTo>
                  <a:cubicBezTo>
                    <a:pt x="668" y="543"/>
                    <a:pt x="656" y="542"/>
                    <a:pt x="656" y="539"/>
                  </a:cubicBezTo>
                  <a:cubicBezTo>
                    <a:pt x="655" y="537"/>
                    <a:pt x="647" y="535"/>
                    <a:pt x="647" y="532"/>
                  </a:cubicBezTo>
                  <a:cubicBezTo>
                    <a:pt x="646" y="528"/>
                    <a:pt x="642" y="527"/>
                    <a:pt x="645" y="523"/>
                  </a:cubicBezTo>
                  <a:cubicBezTo>
                    <a:pt x="649" y="519"/>
                    <a:pt x="645" y="517"/>
                    <a:pt x="642" y="520"/>
                  </a:cubicBezTo>
                  <a:cubicBezTo>
                    <a:pt x="639" y="523"/>
                    <a:pt x="637" y="519"/>
                    <a:pt x="641" y="517"/>
                  </a:cubicBezTo>
                  <a:cubicBezTo>
                    <a:pt x="645" y="515"/>
                    <a:pt x="653" y="514"/>
                    <a:pt x="649" y="506"/>
                  </a:cubicBezTo>
                  <a:cubicBezTo>
                    <a:pt x="645" y="499"/>
                    <a:pt x="619" y="508"/>
                    <a:pt x="613" y="512"/>
                  </a:cubicBezTo>
                  <a:cubicBezTo>
                    <a:pt x="606" y="516"/>
                    <a:pt x="598" y="528"/>
                    <a:pt x="595" y="528"/>
                  </a:cubicBezTo>
                  <a:cubicBezTo>
                    <a:pt x="591" y="528"/>
                    <a:pt x="601" y="521"/>
                    <a:pt x="602" y="519"/>
                  </a:cubicBezTo>
                  <a:cubicBezTo>
                    <a:pt x="604" y="517"/>
                    <a:pt x="602" y="514"/>
                    <a:pt x="604" y="515"/>
                  </a:cubicBezTo>
                  <a:cubicBezTo>
                    <a:pt x="606" y="516"/>
                    <a:pt x="612" y="507"/>
                    <a:pt x="616" y="504"/>
                  </a:cubicBezTo>
                  <a:cubicBezTo>
                    <a:pt x="620" y="501"/>
                    <a:pt x="624" y="504"/>
                    <a:pt x="624" y="501"/>
                  </a:cubicBezTo>
                  <a:cubicBezTo>
                    <a:pt x="625" y="499"/>
                    <a:pt x="627" y="497"/>
                    <a:pt x="631" y="494"/>
                  </a:cubicBezTo>
                  <a:cubicBezTo>
                    <a:pt x="634" y="491"/>
                    <a:pt x="679" y="491"/>
                    <a:pt x="683" y="491"/>
                  </a:cubicBezTo>
                  <a:cubicBezTo>
                    <a:pt x="688" y="492"/>
                    <a:pt x="696" y="486"/>
                    <a:pt x="698" y="482"/>
                  </a:cubicBezTo>
                  <a:cubicBezTo>
                    <a:pt x="701" y="478"/>
                    <a:pt x="704" y="478"/>
                    <a:pt x="710" y="479"/>
                  </a:cubicBezTo>
                  <a:cubicBezTo>
                    <a:pt x="716" y="479"/>
                    <a:pt x="719" y="474"/>
                    <a:pt x="722" y="472"/>
                  </a:cubicBezTo>
                  <a:cubicBezTo>
                    <a:pt x="725" y="470"/>
                    <a:pt x="724" y="469"/>
                    <a:pt x="721" y="468"/>
                  </a:cubicBezTo>
                  <a:cubicBezTo>
                    <a:pt x="718" y="467"/>
                    <a:pt x="716" y="466"/>
                    <a:pt x="718" y="466"/>
                  </a:cubicBezTo>
                  <a:cubicBezTo>
                    <a:pt x="721" y="465"/>
                    <a:pt x="722" y="464"/>
                    <a:pt x="724" y="461"/>
                  </a:cubicBezTo>
                  <a:cubicBezTo>
                    <a:pt x="725" y="457"/>
                    <a:pt x="723" y="459"/>
                    <a:pt x="719" y="454"/>
                  </a:cubicBezTo>
                  <a:cubicBezTo>
                    <a:pt x="716" y="449"/>
                    <a:pt x="714" y="456"/>
                    <a:pt x="710" y="455"/>
                  </a:cubicBezTo>
                  <a:cubicBezTo>
                    <a:pt x="707" y="455"/>
                    <a:pt x="713" y="450"/>
                    <a:pt x="710" y="448"/>
                  </a:cubicBezTo>
                  <a:cubicBezTo>
                    <a:pt x="707" y="447"/>
                    <a:pt x="701" y="448"/>
                    <a:pt x="696" y="452"/>
                  </a:cubicBezTo>
                  <a:cubicBezTo>
                    <a:pt x="692" y="455"/>
                    <a:pt x="692" y="451"/>
                    <a:pt x="688" y="455"/>
                  </a:cubicBezTo>
                  <a:cubicBezTo>
                    <a:pt x="685" y="459"/>
                    <a:pt x="685" y="453"/>
                    <a:pt x="686" y="452"/>
                  </a:cubicBezTo>
                  <a:cubicBezTo>
                    <a:pt x="688" y="450"/>
                    <a:pt x="690" y="452"/>
                    <a:pt x="691" y="450"/>
                  </a:cubicBezTo>
                  <a:cubicBezTo>
                    <a:pt x="693" y="447"/>
                    <a:pt x="695" y="450"/>
                    <a:pt x="699" y="447"/>
                  </a:cubicBezTo>
                  <a:cubicBezTo>
                    <a:pt x="703" y="444"/>
                    <a:pt x="707" y="445"/>
                    <a:pt x="708" y="443"/>
                  </a:cubicBezTo>
                  <a:cubicBezTo>
                    <a:pt x="710" y="441"/>
                    <a:pt x="706" y="439"/>
                    <a:pt x="702" y="439"/>
                  </a:cubicBezTo>
                  <a:cubicBezTo>
                    <a:pt x="698" y="440"/>
                    <a:pt x="695" y="434"/>
                    <a:pt x="693" y="436"/>
                  </a:cubicBezTo>
                  <a:cubicBezTo>
                    <a:pt x="690" y="438"/>
                    <a:pt x="690" y="433"/>
                    <a:pt x="688" y="435"/>
                  </a:cubicBezTo>
                  <a:cubicBezTo>
                    <a:pt x="685" y="437"/>
                    <a:pt x="683" y="434"/>
                    <a:pt x="682" y="431"/>
                  </a:cubicBezTo>
                  <a:cubicBezTo>
                    <a:pt x="680" y="427"/>
                    <a:pt x="672" y="421"/>
                    <a:pt x="667" y="420"/>
                  </a:cubicBezTo>
                  <a:cubicBezTo>
                    <a:pt x="662" y="418"/>
                    <a:pt x="666" y="416"/>
                    <a:pt x="668" y="418"/>
                  </a:cubicBezTo>
                  <a:cubicBezTo>
                    <a:pt x="671" y="419"/>
                    <a:pt x="674" y="416"/>
                    <a:pt x="675" y="414"/>
                  </a:cubicBezTo>
                  <a:cubicBezTo>
                    <a:pt x="676" y="412"/>
                    <a:pt x="673" y="410"/>
                    <a:pt x="672" y="410"/>
                  </a:cubicBezTo>
                  <a:cubicBezTo>
                    <a:pt x="670" y="410"/>
                    <a:pt x="670" y="408"/>
                    <a:pt x="671" y="406"/>
                  </a:cubicBezTo>
                  <a:cubicBezTo>
                    <a:pt x="671" y="404"/>
                    <a:pt x="665" y="401"/>
                    <a:pt x="665" y="399"/>
                  </a:cubicBezTo>
                  <a:cubicBezTo>
                    <a:pt x="665" y="398"/>
                    <a:pt x="662" y="396"/>
                    <a:pt x="662" y="395"/>
                  </a:cubicBezTo>
                  <a:cubicBezTo>
                    <a:pt x="662" y="393"/>
                    <a:pt x="659" y="391"/>
                    <a:pt x="659" y="388"/>
                  </a:cubicBezTo>
                  <a:cubicBezTo>
                    <a:pt x="659" y="386"/>
                    <a:pt x="653" y="382"/>
                    <a:pt x="653" y="379"/>
                  </a:cubicBezTo>
                  <a:cubicBezTo>
                    <a:pt x="653" y="376"/>
                    <a:pt x="650" y="374"/>
                    <a:pt x="649" y="371"/>
                  </a:cubicBezTo>
                  <a:cubicBezTo>
                    <a:pt x="648" y="368"/>
                    <a:pt x="646" y="370"/>
                    <a:pt x="645" y="374"/>
                  </a:cubicBezTo>
                  <a:cubicBezTo>
                    <a:pt x="644" y="379"/>
                    <a:pt x="640" y="378"/>
                    <a:pt x="641" y="380"/>
                  </a:cubicBezTo>
                  <a:cubicBezTo>
                    <a:pt x="643" y="383"/>
                    <a:pt x="642" y="383"/>
                    <a:pt x="640" y="385"/>
                  </a:cubicBezTo>
                  <a:cubicBezTo>
                    <a:pt x="638" y="387"/>
                    <a:pt x="641" y="390"/>
                    <a:pt x="638" y="390"/>
                  </a:cubicBezTo>
                  <a:cubicBezTo>
                    <a:pt x="635" y="390"/>
                    <a:pt x="637" y="395"/>
                    <a:pt x="635" y="393"/>
                  </a:cubicBezTo>
                  <a:cubicBezTo>
                    <a:pt x="634" y="390"/>
                    <a:pt x="630" y="391"/>
                    <a:pt x="630" y="394"/>
                  </a:cubicBezTo>
                  <a:cubicBezTo>
                    <a:pt x="630" y="396"/>
                    <a:pt x="624" y="399"/>
                    <a:pt x="622" y="398"/>
                  </a:cubicBezTo>
                  <a:cubicBezTo>
                    <a:pt x="619" y="398"/>
                    <a:pt x="619" y="393"/>
                    <a:pt x="617" y="395"/>
                  </a:cubicBezTo>
                  <a:cubicBezTo>
                    <a:pt x="615" y="396"/>
                    <a:pt x="616" y="390"/>
                    <a:pt x="612" y="391"/>
                  </a:cubicBezTo>
                  <a:cubicBezTo>
                    <a:pt x="609" y="391"/>
                    <a:pt x="607" y="390"/>
                    <a:pt x="608" y="388"/>
                  </a:cubicBezTo>
                  <a:cubicBezTo>
                    <a:pt x="609" y="385"/>
                    <a:pt x="603" y="383"/>
                    <a:pt x="605" y="382"/>
                  </a:cubicBezTo>
                  <a:cubicBezTo>
                    <a:pt x="607" y="380"/>
                    <a:pt x="604" y="377"/>
                    <a:pt x="604" y="372"/>
                  </a:cubicBezTo>
                  <a:cubicBezTo>
                    <a:pt x="603" y="367"/>
                    <a:pt x="606" y="367"/>
                    <a:pt x="606" y="365"/>
                  </a:cubicBezTo>
                  <a:cubicBezTo>
                    <a:pt x="606" y="363"/>
                    <a:pt x="604" y="363"/>
                    <a:pt x="602" y="365"/>
                  </a:cubicBezTo>
                  <a:cubicBezTo>
                    <a:pt x="600" y="366"/>
                    <a:pt x="600" y="363"/>
                    <a:pt x="597" y="363"/>
                  </a:cubicBezTo>
                  <a:cubicBezTo>
                    <a:pt x="595" y="363"/>
                    <a:pt x="588" y="363"/>
                    <a:pt x="587" y="359"/>
                  </a:cubicBezTo>
                  <a:cubicBezTo>
                    <a:pt x="587" y="356"/>
                    <a:pt x="584" y="358"/>
                    <a:pt x="583" y="354"/>
                  </a:cubicBezTo>
                  <a:cubicBezTo>
                    <a:pt x="582" y="351"/>
                    <a:pt x="579" y="354"/>
                    <a:pt x="579" y="352"/>
                  </a:cubicBezTo>
                  <a:cubicBezTo>
                    <a:pt x="579" y="349"/>
                    <a:pt x="578" y="348"/>
                    <a:pt x="576" y="348"/>
                  </a:cubicBezTo>
                  <a:cubicBezTo>
                    <a:pt x="573" y="348"/>
                    <a:pt x="573" y="346"/>
                    <a:pt x="570" y="345"/>
                  </a:cubicBezTo>
                  <a:cubicBezTo>
                    <a:pt x="567" y="345"/>
                    <a:pt x="563" y="347"/>
                    <a:pt x="561" y="348"/>
                  </a:cubicBezTo>
                  <a:cubicBezTo>
                    <a:pt x="560" y="349"/>
                    <a:pt x="555" y="345"/>
                    <a:pt x="554" y="347"/>
                  </a:cubicBezTo>
                  <a:cubicBezTo>
                    <a:pt x="552" y="348"/>
                    <a:pt x="552" y="346"/>
                    <a:pt x="547" y="344"/>
                  </a:cubicBezTo>
                  <a:cubicBezTo>
                    <a:pt x="542" y="343"/>
                    <a:pt x="536" y="343"/>
                    <a:pt x="536" y="344"/>
                  </a:cubicBezTo>
                  <a:cubicBezTo>
                    <a:pt x="535" y="346"/>
                    <a:pt x="532" y="347"/>
                    <a:pt x="532" y="351"/>
                  </a:cubicBezTo>
                  <a:cubicBezTo>
                    <a:pt x="533" y="354"/>
                    <a:pt x="537" y="354"/>
                    <a:pt x="538" y="356"/>
                  </a:cubicBezTo>
                  <a:cubicBezTo>
                    <a:pt x="539" y="359"/>
                    <a:pt x="536" y="358"/>
                    <a:pt x="536" y="360"/>
                  </a:cubicBezTo>
                  <a:cubicBezTo>
                    <a:pt x="535" y="363"/>
                    <a:pt x="533" y="363"/>
                    <a:pt x="533" y="364"/>
                  </a:cubicBezTo>
                  <a:cubicBezTo>
                    <a:pt x="533" y="366"/>
                    <a:pt x="535" y="366"/>
                    <a:pt x="536" y="369"/>
                  </a:cubicBezTo>
                  <a:cubicBezTo>
                    <a:pt x="536" y="372"/>
                    <a:pt x="538" y="372"/>
                    <a:pt x="539" y="377"/>
                  </a:cubicBezTo>
                  <a:cubicBezTo>
                    <a:pt x="539" y="381"/>
                    <a:pt x="537" y="380"/>
                    <a:pt x="536" y="381"/>
                  </a:cubicBezTo>
                  <a:cubicBezTo>
                    <a:pt x="534" y="381"/>
                    <a:pt x="536" y="384"/>
                    <a:pt x="533" y="387"/>
                  </a:cubicBezTo>
                  <a:cubicBezTo>
                    <a:pt x="530" y="390"/>
                    <a:pt x="528" y="393"/>
                    <a:pt x="530" y="395"/>
                  </a:cubicBezTo>
                  <a:cubicBezTo>
                    <a:pt x="532" y="396"/>
                    <a:pt x="540" y="400"/>
                    <a:pt x="543" y="405"/>
                  </a:cubicBezTo>
                  <a:cubicBezTo>
                    <a:pt x="546" y="410"/>
                    <a:pt x="546" y="418"/>
                    <a:pt x="545" y="423"/>
                  </a:cubicBezTo>
                  <a:cubicBezTo>
                    <a:pt x="544" y="429"/>
                    <a:pt x="538" y="430"/>
                    <a:pt x="533" y="435"/>
                  </a:cubicBezTo>
                  <a:cubicBezTo>
                    <a:pt x="528" y="440"/>
                    <a:pt x="523" y="439"/>
                    <a:pt x="521" y="439"/>
                  </a:cubicBezTo>
                  <a:cubicBezTo>
                    <a:pt x="519" y="439"/>
                    <a:pt x="520" y="444"/>
                    <a:pt x="523" y="447"/>
                  </a:cubicBezTo>
                  <a:cubicBezTo>
                    <a:pt x="527" y="451"/>
                    <a:pt x="524" y="452"/>
                    <a:pt x="526" y="456"/>
                  </a:cubicBezTo>
                  <a:cubicBezTo>
                    <a:pt x="527" y="460"/>
                    <a:pt x="526" y="463"/>
                    <a:pt x="528" y="466"/>
                  </a:cubicBezTo>
                  <a:cubicBezTo>
                    <a:pt x="530" y="469"/>
                    <a:pt x="529" y="471"/>
                    <a:pt x="526" y="473"/>
                  </a:cubicBezTo>
                  <a:cubicBezTo>
                    <a:pt x="523" y="475"/>
                    <a:pt x="527" y="474"/>
                    <a:pt x="527" y="477"/>
                  </a:cubicBezTo>
                  <a:cubicBezTo>
                    <a:pt x="528" y="481"/>
                    <a:pt x="526" y="479"/>
                    <a:pt x="524" y="477"/>
                  </a:cubicBezTo>
                  <a:cubicBezTo>
                    <a:pt x="521" y="475"/>
                    <a:pt x="519" y="480"/>
                    <a:pt x="519" y="482"/>
                  </a:cubicBezTo>
                  <a:cubicBezTo>
                    <a:pt x="519" y="484"/>
                    <a:pt x="513" y="479"/>
                    <a:pt x="512" y="480"/>
                  </a:cubicBezTo>
                  <a:cubicBezTo>
                    <a:pt x="511" y="480"/>
                    <a:pt x="512" y="476"/>
                    <a:pt x="509" y="474"/>
                  </a:cubicBezTo>
                  <a:cubicBezTo>
                    <a:pt x="506" y="471"/>
                    <a:pt x="503" y="471"/>
                    <a:pt x="503" y="468"/>
                  </a:cubicBezTo>
                  <a:cubicBezTo>
                    <a:pt x="503" y="465"/>
                    <a:pt x="497" y="464"/>
                    <a:pt x="497" y="461"/>
                  </a:cubicBezTo>
                  <a:cubicBezTo>
                    <a:pt x="497" y="458"/>
                    <a:pt x="498" y="450"/>
                    <a:pt x="497" y="448"/>
                  </a:cubicBezTo>
                  <a:cubicBezTo>
                    <a:pt x="495" y="445"/>
                    <a:pt x="496" y="443"/>
                    <a:pt x="498" y="441"/>
                  </a:cubicBezTo>
                  <a:cubicBezTo>
                    <a:pt x="499" y="439"/>
                    <a:pt x="496" y="436"/>
                    <a:pt x="493" y="436"/>
                  </a:cubicBezTo>
                  <a:cubicBezTo>
                    <a:pt x="490" y="436"/>
                    <a:pt x="485" y="435"/>
                    <a:pt x="480" y="435"/>
                  </a:cubicBezTo>
                  <a:cubicBezTo>
                    <a:pt x="476" y="435"/>
                    <a:pt x="473" y="435"/>
                    <a:pt x="471" y="433"/>
                  </a:cubicBezTo>
                  <a:cubicBezTo>
                    <a:pt x="470" y="432"/>
                    <a:pt x="466" y="429"/>
                    <a:pt x="460" y="428"/>
                  </a:cubicBezTo>
                  <a:cubicBezTo>
                    <a:pt x="454" y="426"/>
                    <a:pt x="451" y="423"/>
                    <a:pt x="451" y="422"/>
                  </a:cubicBezTo>
                  <a:cubicBezTo>
                    <a:pt x="450" y="420"/>
                    <a:pt x="445" y="419"/>
                    <a:pt x="443" y="417"/>
                  </a:cubicBezTo>
                  <a:cubicBezTo>
                    <a:pt x="442" y="415"/>
                    <a:pt x="436" y="414"/>
                    <a:pt x="434" y="415"/>
                  </a:cubicBezTo>
                  <a:cubicBezTo>
                    <a:pt x="432" y="415"/>
                    <a:pt x="426" y="410"/>
                    <a:pt x="423" y="410"/>
                  </a:cubicBezTo>
                  <a:cubicBezTo>
                    <a:pt x="420" y="410"/>
                    <a:pt x="412" y="414"/>
                    <a:pt x="410" y="414"/>
                  </a:cubicBezTo>
                  <a:cubicBezTo>
                    <a:pt x="409" y="414"/>
                    <a:pt x="411" y="411"/>
                    <a:pt x="412" y="410"/>
                  </a:cubicBezTo>
                  <a:cubicBezTo>
                    <a:pt x="412" y="408"/>
                    <a:pt x="409" y="403"/>
                    <a:pt x="408" y="399"/>
                  </a:cubicBezTo>
                  <a:cubicBezTo>
                    <a:pt x="407" y="395"/>
                    <a:pt x="406" y="391"/>
                    <a:pt x="402" y="392"/>
                  </a:cubicBezTo>
                  <a:cubicBezTo>
                    <a:pt x="398" y="392"/>
                    <a:pt x="393" y="390"/>
                    <a:pt x="392" y="390"/>
                  </a:cubicBezTo>
                  <a:cubicBezTo>
                    <a:pt x="391" y="389"/>
                    <a:pt x="391" y="378"/>
                    <a:pt x="392" y="374"/>
                  </a:cubicBezTo>
                  <a:cubicBezTo>
                    <a:pt x="393" y="369"/>
                    <a:pt x="398" y="363"/>
                    <a:pt x="398" y="360"/>
                  </a:cubicBezTo>
                  <a:cubicBezTo>
                    <a:pt x="398" y="357"/>
                    <a:pt x="401" y="356"/>
                    <a:pt x="404" y="355"/>
                  </a:cubicBezTo>
                  <a:cubicBezTo>
                    <a:pt x="406" y="354"/>
                    <a:pt x="404" y="349"/>
                    <a:pt x="407" y="348"/>
                  </a:cubicBezTo>
                  <a:cubicBezTo>
                    <a:pt x="410" y="348"/>
                    <a:pt x="410" y="347"/>
                    <a:pt x="411" y="345"/>
                  </a:cubicBezTo>
                  <a:cubicBezTo>
                    <a:pt x="411" y="342"/>
                    <a:pt x="415" y="344"/>
                    <a:pt x="413" y="342"/>
                  </a:cubicBezTo>
                  <a:cubicBezTo>
                    <a:pt x="411" y="340"/>
                    <a:pt x="412" y="340"/>
                    <a:pt x="417" y="340"/>
                  </a:cubicBezTo>
                  <a:cubicBezTo>
                    <a:pt x="421" y="340"/>
                    <a:pt x="427" y="338"/>
                    <a:pt x="426" y="334"/>
                  </a:cubicBezTo>
                  <a:cubicBezTo>
                    <a:pt x="425" y="329"/>
                    <a:pt x="414" y="333"/>
                    <a:pt x="414" y="329"/>
                  </a:cubicBezTo>
                  <a:cubicBezTo>
                    <a:pt x="414" y="326"/>
                    <a:pt x="400" y="325"/>
                    <a:pt x="401" y="323"/>
                  </a:cubicBezTo>
                  <a:cubicBezTo>
                    <a:pt x="402" y="321"/>
                    <a:pt x="415" y="325"/>
                    <a:pt x="420" y="327"/>
                  </a:cubicBezTo>
                  <a:cubicBezTo>
                    <a:pt x="425" y="329"/>
                    <a:pt x="426" y="328"/>
                    <a:pt x="430" y="328"/>
                  </a:cubicBezTo>
                  <a:cubicBezTo>
                    <a:pt x="434" y="328"/>
                    <a:pt x="431" y="323"/>
                    <a:pt x="432" y="321"/>
                  </a:cubicBezTo>
                  <a:cubicBezTo>
                    <a:pt x="433" y="319"/>
                    <a:pt x="440" y="324"/>
                    <a:pt x="445" y="323"/>
                  </a:cubicBezTo>
                  <a:cubicBezTo>
                    <a:pt x="449" y="322"/>
                    <a:pt x="453" y="313"/>
                    <a:pt x="457" y="311"/>
                  </a:cubicBezTo>
                  <a:cubicBezTo>
                    <a:pt x="460" y="308"/>
                    <a:pt x="457" y="306"/>
                    <a:pt x="450" y="307"/>
                  </a:cubicBezTo>
                  <a:cubicBezTo>
                    <a:pt x="443" y="307"/>
                    <a:pt x="439" y="304"/>
                    <a:pt x="435" y="302"/>
                  </a:cubicBezTo>
                  <a:cubicBezTo>
                    <a:pt x="432" y="299"/>
                    <a:pt x="432" y="297"/>
                    <a:pt x="436" y="297"/>
                  </a:cubicBezTo>
                  <a:cubicBezTo>
                    <a:pt x="440" y="297"/>
                    <a:pt x="449" y="305"/>
                    <a:pt x="453" y="305"/>
                  </a:cubicBezTo>
                  <a:cubicBezTo>
                    <a:pt x="456" y="305"/>
                    <a:pt x="463" y="298"/>
                    <a:pt x="465" y="296"/>
                  </a:cubicBezTo>
                  <a:cubicBezTo>
                    <a:pt x="468" y="294"/>
                    <a:pt x="463" y="293"/>
                    <a:pt x="461" y="291"/>
                  </a:cubicBezTo>
                  <a:cubicBezTo>
                    <a:pt x="459" y="290"/>
                    <a:pt x="464" y="288"/>
                    <a:pt x="467" y="288"/>
                  </a:cubicBezTo>
                  <a:cubicBezTo>
                    <a:pt x="470" y="288"/>
                    <a:pt x="471" y="291"/>
                    <a:pt x="473" y="292"/>
                  </a:cubicBezTo>
                  <a:cubicBezTo>
                    <a:pt x="474" y="294"/>
                    <a:pt x="479" y="291"/>
                    <a:pt x="482" y="291"/>
                  </a:cubicBezTo>
                  <a:cubicBezTo>
                    <a:pt x="484" y="291"/>
                    <a:pt x="481" y="287"/>
                    <a:pt x="477" y="285"/>
                  </a:cubicBezTo>
                  <a:cubicBezTo>
                    <a:pt x="473" y="284"/>
                    <a:pt x="477" y="281"/>
                    <a:pt x="478" y="283"/>
                  </a:cubicBezTo>
                  <a:cubicBezTo>
                    <a:pt x="480" y="286"/>
                    <a:pt x="483" y="285"/>
                    <a:pt x="484" y="288"/>
                  </a:cubicBezTo>
                  <a:cubicBezTo>
                    <a:pt x="486" y="293"/>
                    <a:pt x="488" y="290"/>
                    <a:pt x="491" y="288"/>
                  </a:cubicBezTo>
                  <a:cubicBezTo>
                    <a:pt x="495" y="287"/>
                    <a:pt x="497" y="285"/>
                    <a:pt x="499" y="283"/>
                  </a:cubicBezTo>
                  <a:cubicBezTo>
                    <a:pt x="501" y="280"/>
                    <a:pt x="502" y="283"/>
                    <a:pt x="504" y="279"/>
                  </a:cubicBezTo>
                  <a:cubicBezTo>
                    <a:pt x="506" y="276"/>
                    <a:pt x="503" y="273"/>
                    <a:pt x="500" y="270"/>
                  </a:cubicBezTo>
                  <a:cubicBezTo>
                    <a:pt x="497" y="268"/>
                    <a:pt x="500" y="266"/>
                    <a:pt x="497" y="264"/>
                  </a:cubicBezTo>
                  <a:cubicBezTo>
                    <a:pt x="494" y="263"/>
                    <a:pt x="494" y="260"/>
                    <a:pt x="497" y="261"/>
                  </a:cubicBezTo>
                  <a:cubicBezTo>
                    <a:pt x="501" y="261"/>
                    <a:pt x="504" y="260"/>
                    <a:pt x="506" y="258"/>
                  </a:cubicBezTo>
                  <a:cubicBezTo>
                    <a:pt x="507" y="255"/>
                    <a:pt x="500" y="255"/>
                    <a:pt x="503" y="253"/>
                  </a:cubicBezTo>
                  <a:cubicBezTo>
                    <a:pt x="507" y="251"/>
                    <a:pt x="504" y="249"/>
                    <a:pt x="501" y="249"/>
                  </a:cubicBezTo>
                  <a:cubicBezTo>
                    <a:pt x="497" y="249"/>
                    <a:pt x="494" y="247"/>
                    <a:pt x="494" y="245"/>
                  </a:cubicBezTo>
                  <a:cubicBezTo>
                    <a:pt x="494" y="242"/>
                    <a:pt x="488" y="244"/>
                    <a:pt x="485" y="242"/>
                  </a:cubicBezTo>
                  <a:cubicBezTo>
                    <a:pt x="481" y="240"/>
                    <a:pt x="473" y="241"/>
                    <a:pt x="471" y="241"/>
                  </a:cubicBezTo>
                  <a:cubicBezTo>
                    <a:pt x="470" y="241"/>
                    <a:pt x="469" y="249"/>
                    <a:pt x="472" y="249"/>
                  </a:cubicBezTo>
                  <a:cubicBezTo>
                    <a:pt x="475" y="249"/>
                    <a:pt x="477" y="252"/>
                    <a:pt x="475" y="253"/>
                  </a:cubicBezTo>
                  <a:cubicBezTo>
                    <a:pt x="472" y="254"/>
                    <a:pt x="475" y="257"/>
                    <a:pt x="473" y="257"/>
                  </a:cubicBezTo>
                  <a:cubicBezTo>
                    <a:pt x="471" y="256"/>
                    <a:pt x="468" y="256"/>
                    <a:pt x="468" y="260"/>
                  </a:cubicBezTo>
                  <a:cubicBezTo>
                    <a:pt x="467" y="265"/>
                    <a:pt x="467" y="267"/>
                    <a:pt x="464" y="269"/>
                  </a:cubicBezTo>
                  <a:cubicBezTo>
                    <a:pt x="461" y="270"/>
                    <a:pt x="463" y="263"/>
                    <a:pt x="460" y="264"/>
                  </a:cubicBezTo>
                  <a:cubicBezTo>
                    <a:pt x="457" y="264"/>
                    <a:pt x="457" y="270"/>
                    <a:pt x="459" y="270"/>
                  </a:cubicBezTo>
                  <a:cubicBezTo>
                    <a:pt x="461" y="271"/>
                    <a:pt x="462" y="273"/>
                    <a:pt x="462" y="275"/>
                  </a:cubicBezTo>
                  <a:cubicBezTo>
                    <a:pt x="463" y="278"/>
                    <a:pt x="458" y="276"/>
                    <a:pt x="456" y="279"/>
                  </a:cubicBezTo>
                  <a:cubicBezTo>
                    <a:pt x="454" y="283"/>
                    <a:pt x="454" y="278"/>
                    <a:pt x="451" y="276"/>
                  </a:cubicBezTo>
                  <a:cubicBezTo>
                    <a:pt x="449" y="273"/>
                    <a:pt x="446" y="270"/>
                    <a:pt x="446" y="267"/>
                  </a:cubicBezTo>
                  <a:cubicBezTo>
                    <a:pt x="446" y="264"/>
                    <a:pt x="447" y="264"/>
                    <a:pt x="449" y="263"/>
                  </a:cubicBezTo>
                  <a:cubicBezTo>
                    <a:pt x="451" y="263"/>
                    <a:pt x="449" y="261"/>
                    <a:pt x="449" y="258"/>
                  </a:cubicBezTo>
                  <a:cubicBezTo>
                    <a:pt x="449" y="254"/>
                    <a:pt x="447" y="255"/>
                    <a:pt x="444" y="252"/>
                  </a:cubicBezTo>
                  <a:cubicBezTo>
                    <a:pt x="441" y="248"/>
                    <a:pt x="437" y="248"/>
                    <a:pt x="436" y="250"/>
                  </a:cubicBezTo>
                  <a:cubicBezTo>
                    <a:pt x="434" y="252"/>
                    <a:pt x="435" y="255"/>
                    <a:pt x="433" y="256"/>
                  </a:cubicBezTo>
                  <a:cubicBezTo>
                    <a:pt x="430" y="257"/>
                    <a:pt x="431" y="262"/>
                    <a:pt x="429" y="263"/>
                  </a:cubicBezTo>
                  <a:cubicBezTo>
                    <a:pt x="427" y="263"/>
                    <a:pt x="428" y="253"/>
                    <a:pt x="426" y="253"/>
                  </a:cubicBezTo>
                  <a:cubicBezTo>
                    <a:pt x="424" y="252"/>
                    <a:pt x="424" y="249"/>
                    <a:pt x="427" y="249"/>
                  </a:cubicBezTo>
                  <a:cubicBezTo>
                    <a:pt x="430" y="249"/>
                    <a:pt x="432" y="246"/>
                    <a:pt x="429" y="246"/>
                  </a:cubicBezTo>
                  <a:cubicBezTo>
                    <a:pt x="427" y="246"/>
                    <a:pt x="423" y="243"/>
                    <a:pt x="421" y="242"/>
                  </a:cubicBezTo>
                  <a:cubicBezTo>
                    <a:pt x="419" y="242"/>
                    <a:pt x="416" y="245"/>
                    <a:pt x="415" y="244"/>
                  </a:cubicBezTo>
                  <a:cubicBezTo>
                    <a:pt x="413" y="242"/>
                    <a:pt x="415" y="239"/>
                    <a:pt x="415" y="237"/>
                  </a:cubicBezTo>
                  <a:cubicBezTo>
                    <a:pt x="415" y="235"/>
                    <a:pt x="418" y="238"/>
                    <a:pt x="420" y="235"/>
                  </a:cubicBezTo>
                  <a:cubicBezTo>
                    <a:pt x="422" y="232"/>
                    <a:pt x="415" y="232"/>
                    <a:pt x="415" y="230"/>
                  </a:cubicBezTo>
                  <a:cubicBezTo>
                    <a:pt x="415" y="227"/>
                    <a:pt x="409" y="226"/>
                    <a:pt x="407" y="225"/>
                  </a:cubicBezTo>
                  <a:cubicBezTo>
                    <a:pt x="405" y="224"/>
                    <a:pt x="408" y="219"/>
                    <a:pt x="407" y="218"/>
                  </a:cubicBezTo>
                  <a:cubicBezTo>
                    <a:pt x="406" y="216"/>
                    <a:pt x="400" y="210"/>
                    <a:pt x="397" y="210"/>
                  </a:cubicBezTo>
                  <a:cubicBezTo>
                    <a:pt x="394" y="211"/>
                    <a:pt x="393" y="206"/>
                    <a:pt x="395" y="206"/>
                  </a:cubicBezTo>
                  <a:cubicBezTo>
                    <a:pt x="396" y="207"/>
                    <a:pt x="398" y="205"/>
                    <a:pt x="401" y="202"/>
                  </a:cubicBezTo>
                  <a:cubicBezTo>
                    <a:pt x="404" y="198"/>
                    <a:pt x="404" y="197"/>
                    <a:pt x="402" y="197"/>
                  </a:cubicBezTo>
                  <a:cubicBezTo>
                    <a:pt x="400" y="196"/>
                    <a:pt x="399" y="194"/>
                    <a:pt x="403" y="194"/>
                  </a:cubicBezTo>
                  <a:cubicBezTo>
                    <a:pt x="406" y="194"/>
                    <a:pt x="413" y="197"/>
                    <a:pt x="416" y="195"/>
                  </a:cubicBezTo>
                  <a:cubicBezTo>
                    <a:pt x="418" y="193"/>
                    <a:pt x="425" y="182"/>
                    <a:pt x="428" y="178"/>
                  </a:cubicBezTo>
                  <a:cubicBezTo>
                    <a:pt x="431" y="174"/>
                    <a:pt x="426" y="174"/>
                    <a:pt x="419" y="174"/>
                  </a:cubicBezTo>
                  <a:cubicBezTo>
                    <a:pt x="412" y="175"/>
                    <a:pt x="411" y="172"/>
                    <a:pt x="405" y="172"/>
                  </a:cubicBezTo>
                  <a:cubicBezTo>
                    <a:pt x="400" y="171"/>
                    <a:pt x="389" y="173"/>
                    <a:pt x="388" y="174"/>
                  </a:cubicBezTo>
                  <a:cubicBezTo>
                    <a:pt x="386" y="176"/>
                    <a:pt x="390" y="177"/>
                    <a:pt x="390" y="179"/>
                  </a:cubicBezTo>
                  <a:cubicBezTo>
                    <a:pt x="389" y="181"/>
                    <a:pt x="386" y="178"/>
                    <a:pt x="384" y="179"/>
                  </a:cubicBezTo>
                  <a:cubicBezTo>
                    <a:pt x="383" y="180"/>
                    <a:pt x="385" y="182"/>
                    <a:pt x="384" y="188"/>
                  </a:cubicBezTo>
                  <a:cubicBezTo>
                    <a:pt x="384" y="195"/>
                    <a:pt x="386" y="195"/>
                    <a:pt x="388" y="198"/>
                  </a:cubicBezTo>
                  <a:cubicBezTo>
                    <a:pt x="389" y="200"/>
                    <a:pt x="389" y="203"/>
                    <a:pt x="389" y="208"/>
                  </a:cubicBezTo>
                  <a:cubicBezTo>
                    <a:pt x="389" y="212"/>
                    <a:pt x="385" y="211"/>
                    <a:pt x="384" y="212"/>
                  </a:cubicBezTo>
                  <a:cubicBezTo>
                    <a:pt x="383" y="213"/>
                    <a:pt x="387" y="215"/>
                    <a:pt x="387" y="217"/>
                  </a:cubicBezTo>
                  <a:cubicBezTo>
                    <a:pt x="386" y="220"/>
                    <a:pt x="382" y="216"/>
                    <a:pt x="380" y="217"/>
                  </a:cubicBezTo>
                  <a:cubicBezTo>
                    <a:pt x="377" y="217"/>
                    <a:pt x="375" y="224"/>
                    <a:pt x="378" y="226"/>
                  </a:cubicBezTo>
                  <a:cubicBezTo>
                    <a:pt x="380" y="228"/>
                    <a:pt x="381" y="228"/>
                    <a:pt x="379" y="230"/>
                  </a:cubicBezTo>
                  <a:cubicBezTo>
                    <a:pt x="378" y="232"/>
                    <a:pt x="375" y="236"/>
                    <a:pt x="380" y="239"/>
                  </a:cubicBezTo>
                  <a:cubicBezTo>
                    <a:pt x="384" y="243"/>
                    <a:pt x="393" y="243"/>
                    <a:pt x="397" y="245"/>
                  </a:cubicBezTo>
                  <a:cubicBezTo>
                    <a:pt x="401" y="248"/>
                    <a:pt x="395" y="247"/>
                    <a:pt x="397" y="250"/>
                  </a:cubicBezTo>
                  <a:cubicBezTo>
                    <a:pt x="398" y="253"/>
                    <a:pt x="394" y="254"/>
                    <a:pt x="394" y="256"/>
                  </a:cubicBezTo>
                  <a:cubicBezTo>
                    <a:pt x="394" y="259"/>
                    <a:pt x="396" y="258"/>
                    <a:pt x="398" y="253"/>
                  </a:cubicBezTo>
                  <a:cubicBezTo>
                    <a:pt x="401" y="249"/>
                    <a:pt x="402" y="255"/>
                    <a:pt x="402" y="258"/>
                  </a:cubicBezTo>
                  <a:cubicBezTo>
                    <a:pt x="402" y="262"/>
                    <a:pt x="399" y="260"/>
                    <a:pt x="396" y="263"/>
                  </a:cubicBezTo>
                  <a:cubicBezTo>
                    <a:pt x="394" y="267"/>
                    <a:pt x="392" y="267"/>
                    <a:pt x="388" y="267"/>
                  </a:cubicBezTo>
                  <a:cubicBezTo>
                    <a:pt x="384" y="266"/>
                    <a:pt x="387" y="272"/>
                    <a:pt x="388" y="275"/>
                  </a:cubicBezTo>
                  <a:cubicBezTo>
                    <a:pt x="389" y="278"/>
                    <a:pt x="388" y="279"/>
                    <a:pt x="384" y="278"/>
                  </a:cubicBezTo>
                  <a:cubicBezTo>
                    <a:pt x="379" y="277"/>
                    <a:pt x="377" y="274"/>
                    <a:pt x="379" y="271"/>
                  </a:cubicBezTo>
                  <a:cubicBezTo>
                    <a:pt x="381" y="268"/>
                    <a:pt x="383" y="264"/>
                    <a:pt x="380" y="264"/>
                  </a:cubicBezTo>
                  <a:cubicBezTo>
                    <a:pt x="378" y="265"/>
                    <a:pt x="372" y="264"/>
                    <a:pt x="370" y="262"/>
                  </a:cubicBezTo>
                  <a:cubicBezTo>
                    <a:pt x="369" y="259"/>
                    <a:pt x="372" y="260"/>
                    <a:pt x="377" y="261"/>
                  </a:cubicBezTo>
                  <a:cubicBezTo>
                    <a:pt x="382" y="261"/>
                    <a:pt x="377" y="257"/>
                    <a:pt x="381" y="257"/>
                  </a:cubicBezTo>
                  <a:cubicBezTo>
                    <a:pt x="385" y="257"/>
                    <a:pt x="388" y="259"/>
                    <a:pt x="391" y="257"/>
                  </a:cubicBezTo>
                  <a:cubicBezTo>
                    <a:pt x="394" y="254"/>
                    <a:pt x="389" y="248"/>
                    <a:pt x="386" y="249"/>
                  </a:cubicBezTo>
                  <a:cubicBezTo>
                    <a:pt x="384" y="250"/>
                    <a:pt x="379" y="251"/>
                    <a:pt x="379" y="249"/>
                  </a:cubicBezTo>
                  <a:cubicBezTo>
                    <a:pt x="379" y="246"/>
                    <a:pt x="384" y="248"/>
                    <a:pt x="386" y="247"/>
                  </a:cubicBezTo>
                  <a:cubicBezTo>
                    <a:pt x="389" y="247"/>
                    <a:pt x="385" y="244"/>
                    <a:pt x="381" y="245"/>
                  </a:cubicBezTo>
                  <a:cubicBezTo>
                    <a:pt x="378" y="245"/>
                    <a:pt x="375" y="246"/>
                    <a:pt x="372" y="242"/>
                  </a:cubicBezTo>
                  <a:cubicBezTo>
                    <a:pt x="369" y="239"/>
                    <a:pt x="364" y="237"/>
                    <a:pt x="362" y="245"/>
                  </a:cubicBezTo>
                  <a:cubicBezTo>
                    <a:pt x="361" y="252"/>
                    <a:pt x="356" y="248"/>
                    <a:pt x="354" y="250"/>
                  </a:cubicBezTo>
                  <a:cubicBezTo>
                    <a:pt x="352" y="253"/>
                    <a:pt x="356" y="255"/>
                    <a:pt x="361" y="255"/>
                  </a:cubicBezTo>
                  <a:cubicBezTo>
                    <a:pt x="366" y="255"/>
                    <a:pt x="370" y="260"/>
                    <a:pt x="367" y="260"/>
                  </a:cubicBezTo>
                  <a:cubicBezTo>
                    <a:pt x="365" y="260"/>
                    <a:pt x="366" y="263"/>
                    <a:pt x="364" y="262"/>
                  </a:cubicBezTo>
                  <a:cubicBezTo>
                    <a:pt x="361" y="261"/>
                    <a:pt x="358" y="262"/>
                    <a:pt x="360" y="264"/>
                  </a:cubicBezTo>
                  <a:cubicBezTo>
                    <a:pt x="362" y="266"/>
                    <a:pt x="359" y="267"/>
                    <a:pt x="360" y="270"/>
                  </a:cubicBezTo>
                  <a:cubicBezTo>
                    <a:pt x="360" y="272"/>
                    <a:pt x="356" y="270"/>
                    <a:pt x="352" y="269"/>
                  </a:cubicBezTo>
                  <a:cubicBezTo>
                    <a:pt x="348" y="269"/>
                    <a:pt x="341" y="270"/>
                    <a:pt x="335" y="271"/>
                  </a:cubicBezTo>
                  <a:cubicBezTo>
                    <a:pt x="330" y="273"/>
                    <a:pt x="324" y="271"/>
                    <a:pt x="322" y="268"/>
                  </a:cubicBezTo>
                  <a:cubicBezTo>
                    <a:pt x="320" y="266"/>
                    <a:pt x="317" y="266"/>
                    <a:pt x="313" y="266"/>
                  </a:cubicBezTo>
                  <a:cubicBezTo>
                    <a:pt x="309" y="266"/>
                    <a:pt x="311" y="263"/>
                    <a:pt x="306" y="262"/>
                  </a:cubicBezTo>
                  <a:cubicBezTo>
                    <a:pt x="301" y="262"/>
                    <a:pt x="302" y="258"/>
                    <a:pt x="301" y="256"/>
                  </a:cubicBezTo>
                  <a:cubicBezTo>
                    <a:pt x="301" y="253"/>
                    <a:pt x="291" y="254"/>
                    <a:pt x="288" y="256"/>
                  </a:cubicBezTo>
                  <a:cubicBezTo>
                    <a:pt x="284" y="259"/>
                    <a:pt x="277" y="258"/>
                    <a:pt x="275" y="262"/>
                  </a:cubicBezTo>
                  <a:cubicBezTo>
                    <a:pt x="273" y="266"/>
                    <a:pt x="277" y="265"/>
                    <a:pt x="279" y="265"/>
                  </a:cubicBezTo>
                  <a:cubicBezTo>
                    <a:pt x="282" y="265"/>
                    <a:pt x="282" y="262"/>
                    <a:pt x="287" y="263"/>
                  </a:cubicBezTo>
                  <a:cubicBezTo>
                    <a:pt x="292" y="263"/>
                    <a:pt x="296" y="257"/>
                    <a:pt x="298" y="259"/>
                  </a:cubicBezTo>
                  <a:cubicBezTo>
                    <a:pt x="300" y="262"/>
                    <a:pt x="289" y="266"/>
                    <a:pt x="284" y="267"/>
                  </a:cubicBezTo>
                  <a:cubicBezTo>
                    <a:pt x="279" y="267"/>
                    <a:pt x="280" y="271"/>
                    <a:pt x="285" y="278"/>
                  </a:cubicBezTo>
                  <a:cubicBezTo>
                    <a:pt x="290" y="285"/>
                    <a:pt x="283" y="281"/>
                    <a:pt x="283" y="285"/>
                  </a:cubicBezTo>
                  <a:cubicBezTo>
                    <a:pt x="283" y="288"/>
                    <a:pt x="274" y="284"/>
                    <a:pt x="278" y="282"/>
                  </a:cubicBezTo>
                  <a:cubicBezTo>
                    <a:pt x="281" y="281"/>
                    <a:pt x="280" y="278"/>
                    <a:pt x="277" y="276"/>
                  </a:cubicBezTo>
                  <a:cubicBezTo>
                    <a:pt x="274" y="273"/>
                    <a:pt x="272" y="276"/>
                    <a:pt x="273" y="273"/>
                  </a:cubicBezTo>
                  <a:cubicBezTo>
                    <a:pt x="273" y="271"/>
                    <a:pt x="270" y="273"/>
                    <a:pt x="267" y="271"/>
                  </a:cubicBezTo>
                  <a:cubicBezTo>
                    <a:pt x="264" y="269"/>
                    <a:pt x="263" y="267"/>
                    <a:pt x="260" y="269"/>
                  </a:cubicBezTo>
                  <a:cubicBezTo>
                    <a:pt x="256" y="271"/>
                    <a:pt x="252" y="271"/>
                    <a:pt x="244" y="272"/>
                  </a:cubicBezTo>
                  <a:cubicBezTo>
                    <a:pt x="236" y="273"/>
                    <a:pt x="222" y="273"/>
                    <a:pt x="219" y="270"/>
                  </a:cubicBezTo>
                  <a:cubicBezTo>
                    <a:pt x="217" y="268"/>
                    <a:pt x="226" y="263"/>
                    <a:pt x="229" y="264"/>
                  </a:cubicBezTo>
                  <a:cubicBezTo>
                    <a:pt x="231" y="264"/>
                    <a:pt x="230" y="261"/>
                    <a:pt x="226" y="257"/>
                  </a:cubicBezTo>
                  <a:cubicBezTo>
                    <a:pt x="221" y="254"/>
                    <a:pt x="212" y="252"/>
                    <a:pt x="212" y="254"/>
                  </a:cubicBezTo>
                  <a:cubicBezTo>
                    <a:pt x="212" y="256"/>
                    <a:pt x="207" y="254"/>
                    <a:pt x="200" y="253"/>
                  </a:cubicBezTo>
                  <a:cubicBezTo>
                    <a:pt x="193" y="252"/>
                    <a:pt x="192" y="249"/>
                    <a:pt x="187" y="249"/>
                  </a:cubicBezTo>
                  <a:cubicBezTo>
                    <a:pt x="183" y="249"/>
                    <a:pt x="176" y="247"/>
                    <a:pt x="171" y="243"/>
                  </a:cubicBezTo>
                  <a:cubicBezTo>
                    <a:pt x="166" y="239"/>
                    <a:pt x="153" y="240"/>
                    <a:pt x="152" y="244"/>
                  </a:cubicBezTo>
                  <a:cubicBezTo>
                    <a:pt x="150" y="248"/>
                    <a:pt x="146" y="248"/>
                    <a:pt x="142" y="248"/>
                  </a:cubicBezTo>
                  <a:cubicBezTo>
                    <a:pt x="138" y="248"/>
                    <a:pt x="144" y="243"/>
                    <a:pt x="142" y="242"/>
                  </a:cubicBezTo>
                  <a:cubicBezTo>
                    <a:pt x="141" y="241"/>
                    <a:pt x="143" y="236"/>
                    <a:pt x="140" y="236"/>
                  </a:cubicBezTo>
                  <a:cubicBezTo>
                    <a:pt x="137" y="235"/>
                    <a:pt x="134" y="248"/>
                    <a:pt x="128" y="248"/>
                  </a:cubicBezTo>
                  <a:cubicBezTo>
                    <a:pt x="123" y="247"/>
                    <a:pt x="120" y="234"/>
                    <a:pt x="116" y="231"/>
                  </a:cubicBezTo>
                  <a:cubicBezTo>
                    <a:pt x="111" y="228"/>
                    <a:pt x="107" y="227"/>
                    <a:pt x="111" y="232"/>
                  </a:cubicBezTo>
                  <a:cubicBezTo>
                    <a:pt x="114" y="237"/>
                    <a:pt x="107" y="234"/>
                    <a:pt x="108" y="237"/>
                  </a:cubicBezTo>
                  <a:cubicBezTo>
                    <a:pt x="108" y="241"/>
                    <a:pt x="101" y="245"/>
                    <a:pt x="101" y="243"/>
                  </a:cubicBezTo>
                  <a:cubicBezTo>
                    <a:pt x="102" y="241"/>
                    <a:pt x="98" y="239"/>
                    <a:pt x="93" y="244"/>
                  </a:cubicBezTo>
                  <a:cubicBezTo>
                    <a:pt x="89" y="249"/>
                    <a:pt x="86" y="248"/>
                    <a:pt x="85" y="247"/>
                  </a:cubicBezTo>
                  <a:cubicBezTo>
                    <a:pt x="85" y="245"/>
                    <a:pt x="72" y="251"/>
                    <a:pt x="72" y="254"/>
                  </a:cubicBezTo>
                  <a:cubicBezTo>
                    <a:pt x="73" y="256"/>
                    <a:pt x="70" y="258"/>
                    <a:pt x="66" y="257"/>
                  </a:cubicBezTo>
                  <a:cubicBezTo>
                    <a:pt x="63" y="257"/>
                    <a:pt x="66" y="254"/>
                    <a:pt x="69" y="253"/>
                  </a:cubicBezTo>
                  <a:cubicBezTo>
                    <a:pt x="72" y="251"/>
                    <a:pt x="80" y="244"/>
                    <a:pt x="85" y="243"/>
                  </a:cubicBezTo>
                  <a:cubicBezTo>
                    <a:pt x="89" y="243"/>
                    <a:pt x="98" y="239"/>
                    <a:pt x="98" y="237"/>
                  </a:cubicBezTo>
                  <a:cubicBezTo>
                    <a:pt x="98" y="235"/>
                    <a:pt x="94" y="237"/>
                    <a:pt x="91" y="236"/>
                  </a:cubicBezTo>
                  <a:cubicBezTo>
                    <a:pt x="88" y="236"/>
                    <a:pt x="83" y="239"/>
                    <a:pt x="77" y="241"/>
                  </a:cubicBezTo>
                  <a:cubicBezTo>
                    <a:pt x="72" y="243"/>
                    <a:pt x="67" y="243"/>
                    <a:pt x="68" y="246"/>
                  </a:cubicBezTo>
                  <a:cubicBezTo>
                    <a:pt x="70" y="249"/>
                    <a:pt x="63" y="245"/>
                    <a:pt x="62" y="247"/>
                  </a:cubicBezTo>
                  <a:cubicBezTo>
                    <a:pt x="61" y="249"/>
                    <a:pt x="58" y="247"/>
                    <a:pt x="60" y="246"/>
                  </a:cubicBezTo>
                  <a:cubicBezTo>
                    <a:pt x="62" y="245"/>
                    <a:pt x="56" y="243"/>
                    <a:pt x="56" y="244"/>
                  </a:cubicBezTo>
                  <a:cubicBezTo>
                    <a:pt x="56" y="245"/>
                    <a:pt x="55" y="247"/>
                    <a:pt x="50" y="247"/>
                  </a:cubicBezTo>
                  <a:cubicBezTo>
                    <a:pt x="46" y="247"/>
                    <a:pt x="41" y="250"/>
                    <a:pt x="44" y="253"/>
                  </a:cubicBezTo>
                  <a:cubicBezTo>
                    <a:pt x="47" y="255"/>
                    <a:pt x="49" y="256"/>
                    <a:pt x="48" y="257"/>
                  </a:cubicBezTo>
                  <a:cubicBezTo>
                    <a:pt x="46" y="259"/>
                    <a:pt x="41" y="253"/>
                    <a:pt x="35" y="254"/>
                  </a:cubicBezTo>
                  <a:cubicBezTo>
                    <a:pt x="28" y="255"/>
                    <a:pt x="15" y="247"/>
                    <a:pt x="15" y="245"/>
                  </a:cubicBezTo>
                  <a:cubicBezTo>
                    <a:pt x="15" y="243"/>
                    <a:pt x="6" y="244"/>
                    <a:pt x="0" y="244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0" y="373"/>
                    <a:pt x="3" y="375"/>
                    <a:pt x="4" y="374"/>
                  </a:cubicBezTo>
                  <a:cubicBezTo>
                    <a:pt x="5" y="372"/>
                    <a:pt x="8" y="374"/>
                    <a:pt x="12" y="372"/>
                  </a:cubicBezTo>
                  <a:cubicBezTo>
                    <a:pt x="16" y="370"/>
                    <a:pt x="18" y="374"/>
                    <a:pt x="18" y="376"/>
                  </a:cubicBezTo>
                  <a:cubicBezTo>
                    <a:pt x="18" y="378"/>
                    <a:pt x="24" y="382"/>
                    <a:pt x="26" y="385"/>
                  </a:cubicBezTo>
                  <a:cubicBezTo>
                    <a:pt x="29" y="388"/>
                    <a:pt x="30" y="391"/>
                    <a:pt x="33" y="389"/>
                  </a:cubicBezTo>
                  <a:cubicBezTo>
                    <a:pt x="35" y="387"/>
                    <a:pt x="40" y="386"/>
                    <a:pt x="40" y="383"/>
                  </a:cubicBezTo>
                  <a:cubicBezTo>
                    <a:pt x="40" y="380"/>
                    <a:pt x="52" y="379"/>
                    <a:pt x="52" y="384"/>
                  </a:cubicBezTo>
                  <a:cubicBezTo>
                    <a:pt x="52" y="388"/>
                    <a:pt x="63" y="393"/>
                    <a:pt x="70" y="404"/>
                  </a:cubicBezTo>
                  <a:cubicBezTo>
                    <a:pt x="76" y="416"/>
                    <a:pt x="75" y="418"/>
                    <a:pt x="85" y="422"/>
                  </a:cubicBezTo>
                  <a:cubicBezTo>
                    <a:pt x="94" y="426"/>
                    <a:pt x="94" y="428"/>
                    <a:pt x="93" y="431"/>
                  </a:cubicBezTo>
                  <a:cubicBezTo>
                    <a:pt x="92" y="434"/>
                    <a:pt x="99" y="436"/>
                    <a:pt x="95" y="439"/>
                  </a:cubicBezTo>
                  <a:cubicBezTo>
                    <a:pt x="93" y="440"/>
                    <a:pt x="91" y="441"/>
                    <a:pt x="89" y="443"/>
                  </a:cubicBezTo>
                  <a:cubicBezTo>
                    <a:pt x="89" y="444"/>
                    <a:pt x="91" y="445"/>
                    <a:pt x="92" y="447"/>
                  </a:cubicBezTo>
                  <a:cubicBezTo>
                    <a:pt x="95" y="449"/>
                    <a:pt x="88" y="449"/>
                    <a:pt x="90" y="450"/>
                  </a:cubicBezTo>
                  <a:cubicBezTo>
                    <a:pt x="92" y="452"/>
                    <a:pt x="90" y="455"/>
                    <a:pt x="92" y="457"/>
                  </a:cubicBezTo>
                  <a:cubicBezTo>
                    <a:pt x="94" y="459"/>
                    <a:pt x="97" y="458"/>
                    <a:pt x="99" y="456"/>
                  </a:cubicBezTo>
                  <a:cubicBezTo>
                    <a:pt x="101" y="455"/>
                    <a:pt x="103" y="458"/>
                    <a:pt x="101" y="461"/>
                  </a:cubicBezTo>
                  <a:cubicBezTo>
                    <a:pt x="99" y="464"/>
                    <a:pt x="103" y="466"/>
                    <a:pt x="104" y="464"/>
                  </a:cubicBezTo>
                  <a:cubicBezTo>
                    <a:pt x="106" y="462"/>
                    <a:pt x="110" y="467"/>
                    <a:pt x="111" y="468"/>
                  </a:cubicBezTo>
                  <a:cubicBezTo>
                    <a:pt x="113" y="469"/>
                    <a:pt x="115" y="472"/>
                    <a:pt x="112" y="472"/>
                  </a:cubicBezTo>
                  <a:cubicBezTo>
                    <a:pt x="109" y="472"/>
                    <a:pt x="109" y="477"/>
                    <a:pt x="111" y="477"/>
                  </a:cubicBezTo>
                  <a:cubicBezTo>
                    <a:pt x="114" y="477"/>
                    <a:pt x="113" y="480"/>
                    <a:pt x="113" y="482"/>
                  </a:cubicBezTo>
                  <a:cubicBezTo>
                    <a:pt x="113" y="483"/>
                    <a:pt x="120" y="486"/>
                    <a:pt x="122" y="485"/>
                  </a:cubicBezTo>
                  <a:cubicBezTo>
                    <a:pt x="125" y="484"/>
                    <a:pt x="127" y="486"/>
                    <a:pt x="128" y="489"/>
                  </a:cubicBezTo>
                  <a:cubicBezTo>
                    <a:pt x="129" y="491"/>
                    <a:pt x="134" y="492"/>
                    <a:pt x="135" y="491"/>
                  </a:cubicBezTo>
                  <a:cubicBezTo>
                    <a:pt x="137" y="489"/>
                    <a:pt x="138" y="493"/>
                    <a:pt x="139" y="496"/>
                  </a:cubicBezTo>
                  <a:cubicBezTo>
                    <a:pt x="139" y="498"/>
                    <a:pt x="143" y="497"/>
                    <a:pt x="145" y="497"/>
                  </a:cubicBezTo>
                  <a:cubicBezTo>
                    <a:pt x="147" y="497"/>
                    <a:pt x="148" y="500"/>
                    <a:pt x="150" y="499"/>
                  </a:cubicBezTo>
                  <a:cubicBezTo>
                    <a:pt x="153" y="498"/>
                    <a:pt x="154" y="504"/>
                    <a:pt x="156" y="507"/>
                  </a:cubicBezTo>
                  <a:cubicBezTo>
                    <a:pt x="388" y="506"/>
                    <a:pt x="388" y="506"/>
                    <a:pt x="388" y="506"/>
                  </a:cubicBezTo>
                  <a:cubicBezTo>
                    <a:pt x="388" y="506"/>
                    <a:pt x="389" y="500"/>
                    <a:pt x="391" y="502"/>
                  </a:cubicBezTo>
                  <a:cubicBezTo>
                    <a:pt x="394" y="504"/>
                    <a:pt x="392" y="507"/>
                    <a:pt x="395" y="509"/>
                  </a:cubicBezTo>
                  <a:cubicBezTo>
                    <a:pt x="398" y="510"/>
                    <a:pt x="400" y="512"/>
                    <a:pt x="402" y="511"/>
                  </a:cubicBezTo>
                  <a:cubicBezTo>
                    <a:pt x="404" y="510"/>
                    <a:pt x="407" y="508"/>
                    <a:pt x="410" y="511"/>
                  </a:cubicBezTo>
                  <a:cubicBezTo>
                    <a:pt x="413" y="515"/>
                    <a:pt x="415" y="512"/>
                    <a:pt x="417" y="514"/>
                  </a:cubicBezTo>
                  <a:cubicBezTo>
                    <a:pt x="419" y="516"/>
                    <a:pt x="422" y="518"/>
                    <a:pt x="424" y="515"/>
                  </a:cubicBezTo>
                  <a:cubicBezTo>
                    <a:pt x="426" y="513"/>
                    <a:pt x="433" y="516"/>
                    <a:pt x="436" y="517"/>
                  </a:cubicBezTo>
                  <a:cubicBezTo>
                    <a:pt x="440" y="514"/>
                    <a:pt x="443" y="507"/>
                    <a:pt x="447" y="507"/>
                  </a:cubicBezTo>
                  <a:cubicBezTo>
                    <a:pt x="452" y="507"/>
                    <a:pt x="464" y="508"/>
                    <a:pt x="465" y="514"/>
                  </a:cubicBezTo>
                  <a:cubicBezTo>
                    <a:pt x="466" y="520"/>
                    <a:pt x="473" y="515"/>
                    <a:pt x="474" y="520"/>
                  </a:cubicBezTo>
                  <a:cubicBezTo>
                    <a:pt x="475" y="526"/>
                    <a:pt x="479" y="530"/>
                    <a:pt x="479" y="532"/>
                  </a:cubicBezTo>
                  <a:cubicBezTo>
                    <a:pt x="480" y="533"/>
                    <a:pt x="482" y="534"/>
                    <a:pt x="483" y="536"/>
                  </a:cubicBezTo>
                  <a:cubicBezTo>
                    <a:pt x="486" y="535"/>
                    <a:pt x="492" y="536"/>
                    <a:pt x="496" y="537"/>
                  </a:cubicBezTo>
                  <a:cubicBezTo>
                    <a:pt x="502" y="539"/>
                    <a:pt x="509" y="535"/>
                    <a:pt x="512" y="541"/>
                  </a:cubicBezTo>
                  <a:cubicBezTo>
                    <a:pt x="515" y="548"/>
                    <a:pt x="521" y="553"/>
                    <a:pt x="515" y="553"/>
                  </a:cubicBezTo>
                  <a:cubicBezTo>
                    <a:pt x="510" y="553"/>
                    <a:pt x="504" y="547"/>
                    <a:pt x="504" y="550"/>
                  </a:cubicBezTo>
                  <a:cubicBezTo>
                    <a:pt x="505" y="554"/>
                    <a:pt x="502" y="552"/>
                    <a:pt x="502" y="558"/>
                  </a:cubicBezTo>
                  <a:cubicBezTo>
                    <a:pt x="502" y="563"/>
                    <a:pt x="498" y="571"/>
                    <a:pt x="496" y="571"/>
                  </a:cubicBezTo>
                  <a:cubicBezTo>
                    <a:pt x="495" y="571"/>
                    <a:pt x="495" y="571"/>
                    <a:pt x="495" y="571"/>
                  </a:cubicBezTo>
                  <a:cubicBezTo>
                    <a:pt x="495" y="573"/>
                    <a:pt x="495" y="576"/>
                    <a:pt x="497" y="577"/>
                  </a:cubicBezTo>
                  <a:cubicBezTo>
                    <a:pt x="500" y="575"/>
                    <a:pt x="504" y="572"/>
                    <a:pt x="507" y="572"/>
                  </a:cubicBezTo>
                  <a:cubicBezTo>
                    <a:pt x="513" y="572"/>
                    <a:pt x="514" y="576"/>
                    <a:pt x="518" y="573"/>
                  </a:cubicBezTo>
                  <a:cubicBezTo>
                    <a:pt x="522" y="571"/>
                    <a:pt x="522" y="569"/>
                    <a:pt x="523" y="571"/>
                  </a:cubicBezTo>
                  <a:cubicBezTo>
                    <a:pt x="523" y="572"/>
                    <a:pt x="523" y="572"/>
                    <a:pt x="523" y="572"/>
                  </a:cubicBezTo>
                  <a:cubicBezTo>
                    <a:pt x="524" y="571"/>
                    <a:pt x="525" y="571"/>
                    <a:pt x="526" y="570"/>
                  </a:cubicBezTo>
                  <a:cubicBezTo>
                    <a:pt x="526" y="569"/>
                    <a:pt x="525" y="568"/>
                    <a:pt x="525" y="567"/>
                  </a:cubicBezTo>
                  <a:cubicBezTo>
                    <a:pt x="521" y="567"/>
                    <a:pt x="520" y="568"/>
                    <a:pt x="519" y="565"/>
                  </a:cubicBezTo>
                  <a:cubicBezTo>
                    <a:pt x="518" y="561"/>
                    <a:pt x="530" y="557"/>
                    <a:pt x="536" y="558"/>
                  </a:cubicBezTo>
                  <a:cubicBezTo>
                    <a:pt x="542" y="559"/>
                    <a:pt x="546" y="555"/>
                    <a:pt x="548" y="557"/>
                  </a:cubicBezTo>
                  <a:cubicBezTo>
                    <a:pt x="551" y="554"/>
                    <a:pt x="558" y="549"/>
                    <a:pt x="559" y="549"/>
                  </a:cubicBezTo>
                  <a:cubicBezTo>
                    <a:pt x="561" y="549"/>
                    <a:pt x="588" y="549"/>
                    <a:pt x="588" y="549"/>
                  </a:cubicBezTo>
                  <a:cubicBezTo>
                    <a:pt x="588" y="549"/>
                    <a:pt x="597" y="543"/>
                    <a:pt x="599" y="538"/>
                  </a:cubicBezTo>
                  <a:cubicBezTo>
                    <a:pt x="600" y="532"/>
                    <a:pt x="606" y="520"/>
                    <a:pt x="609" y="523"/>
                  </a:cubicBezTo>
                  <a:cubicBezTo>
                    <a:pt x="613" y="525"/>
                    <a:pt x="620" y="523"/>
                    <a:pt x="620" y="526"/>
                  </a:cubicBezTo>
                  <a:cubicBezTo>
                    <a:pt x="621" y="528"/>
                    <a:pt x="618" y="537"/>
                    <a:pt x="628" y="549"/>
                  </a:cubicBezTo>
                  <a:cubicBezTo>
                    <a:pt x="631" y="547"/>
                    <a:pt x="634" y="546"/>
                    <a:pt x="636" y="546"/>
                  </a:cubicBezTo>
                  <a:cubicBezTo>
                    <a:pt x="640" y="546"/>
                    <a:pt x="645" y="541"/>
                    <a:pt x="646" y="539"/>
                  </a:cubicBezTo>
                  <a:cubicBezTo>
                    <a:pt x="648" y="536"/>
                    <a:pt x="650" y="541"/>
                    <a:pt x="647" y="542"/>
                  </a:cubicBezTo>
                  <a:cubicBezTo>
                    <a:pt x="644" y="543"/>
                    <a:pt x="649" y="545"/>
                    <a:pt x="654" y="545"/>
                  </a:cubicBezTo>
                  <a:cubicBezTo>
                    <a:pt x="660" y="545"/>
                    <a:pt x="652" y="547"/>
                    <a:pt x="648" y="547"/>
                  </a:cubicBezTo>
                  <a:cubicBezTo>
                    <a:pt x="644" y="547"/>
                    <a:pt x="643" y="547"/>
                    <a:pt x="637" y="552"/>
                  </a:cubicBezTo>
                  <a:cubicBezTo>
                    <a:pt x="632" y="558"/>
                    <a:pt x="633" y="559"/>
                    <a:pt x="636" y="562"/>
                  </a:cubicBezTo>
                  <a:cubicBezTo>
                    <a:pt x="639" y="564"/>
                    <a:pt x="643" y="563"/>
                    <a:pt x="647" y="560"/>
                  </a:cubicBezTo>
                  <a:cubicBezTo>
                    <a:pt x="651" y="556"/>
                    <a:pt x="651" y="553"/>
                    <a:pt x="655" y="553"/>
                  </a:cubicBezTo>
                  <a:cubicBezTo>
                    <a:pt x="659" y="553"/>
                    <a:pt x="670" y="549"/>
                    <a:pt x="675" y="548"/>
                  </a:cubicBezTo>
                  <a:cubicBezTo>
                    <a:pt x="679" y="546"/>
                    <a:pt x="676" y="545"/>
                    <a:pt x="676" y="543"/>
                  </a:cubicBezTo>
                  <a:cubicBezTo>
                    <a:pt x="676" y="541"/>
                    <a:pt x="685" y="541"/>
                    <a:pt x="688" y="539"/>
                  </a:cubicBezTo>
                  <a:cubicBezTo>
                    <a:pt x="691" y="537"/>
                    <a:pt x="687" y="535"/>
                    <a:pt x="685" y="536"/>
                  </a:cubicBezTo>
                  <a:close/>
                  <a:moveTo>
                    <a:pt x="199" y="294"/>
                  </a:moveTo>
                  <a:cubicBezTo>
                    <a:pt x="194" y="300"/>
                    <a:pt x="192" y="301"/>
                    <a:pt x="187" y="300"/>
                  </a:cubicBezTo>
                  <a:cubicBezTo>
                    <a:pt x="182" y="299"/>
                    <a:pt x="179" y="302"/>
                    <a:pt x="181" y="303"/>
                  </a:cubicBezTo>
                  <a:cubicBezTo>
                    <a:pt x="184" y="305"/>
                    <a:pt x="184" y="307"/>
                    <a:pt x="179" y="308"/>
                  </a:cubicBezTo>
                  <a:cubicBezTo>
                    <a:pt x="174" y="309"/>
                    <a:pt x="170" y="313"/>
                    <a:pt x="168" y="312"/>
                  </a:cubicBezTo>
                  <a:cubicBezTo>
                    <a:pt x="166" y="312"/>
                    <a:pt x="177" y="304"/>
                    <a:pt x="174" y="302"/>
                  </a:cubicBezTo>
                  <a:cubicBezTo>
                    <a:pt x="171" y="300"/>
                    <a:pt x="164" y="306"/>
                    <a:pt x="164" y="308"/>
                  </a:cubicBezTo>
                  <a:cubicBezTo>
                    <a:pt x="164" y="311"/>
                    <a:pt x="159" y="311"/>
                    <a:pt x="157" y="311"/>
                  </a:cubicBezTo>
                  <a:cubicBezTo>
                    <a:pt x="154" y="311"/>
                    <a:pt x="150" y="308"/>
                    <a:pt x="153" y="308"/>
                  </a:cubicBezTo>
                  <a:cubicBezTo>
                    <a:pt x="156" y="307"/>
                    <a:pt x="154" y="304"/>
                    <a:pt x="158" y="303"/>
                  </a:cubicBezTo>
                  <a:cubicBezTo>
                    <a:pt x="162" y="301"/>
                    <a:pt x="157" y="299"/>
                    <a:pt x="158" y="297"/>
                  </a:cubicBezTo>
                  <a:cubicBezTo>
                    <a:pt x="159" y="296"/>
                    <a:pt x="167" y="299"/>
                    <a:pt x="167" y="296"/>
                  </a:cubicBezTo>
                  <a:cubicBezTo>
                    <a:pt x="167" y="293"/>
                    <a:pt x="159" y="291"/>
                    <a:pt x="157" y="292"/>
                  </a:cubicBezTo>
                  <a:cubicBezTo>
                    <a:pt x="154" y="294"/>
                    <a:pt x="148" y="298"/>
                    <a:pt x="140" y="295"/>
                  </a:cubicBezTo>
                  <a:cubicBezTo>
                    <a:pt x="138" y="294"/>
                    <a:pt x="159" y="292"/>
                    <a:pt x="163" y="288"/>
                  </a:cubicBezTo>
                  <a:cubicBezTo>
                    <a:pt x="166" y="285"/>
                    <a:pt x="182" y="281"/>
                    <a:pt x="184" y="284"/>
                  </a:cubicBezTo>
                  <a:cubicBezTo>
                    <a:pt x="185" y="287"/>
                    <a:pt x="175" y="289"/>
                    <a:pt x="180" y="292"/>
                  </a:cubicBezTo>
                  <a:cubicBezTo>
                    <a:pt x="184" y="295"/>
                    <a:pt x="192" y="293"/>
                    <a:pt x="194" y="290"/>
                  </a:cubicBezTo>
                  <a:cubicBezTo>
                    <a:pt x="196" y="287"/>
                    <a:pt x="203" y="288"/>
                    <a:pt x="199" y="294"/>
                  </a:cubicBezTo>
                  <a:close/>
                  <a:moveTo>
                    <a:pt x="246" y="354"/>
                  </a:moveTo>
                  <a:cubicBezTo>
                    <a:pt x="240" y="359"/>
                    <a:pt x="240" y="357"/>
                    <a:pt x="235" y="358"/>
                  </a:cubicBezTo>
                  <a:cubicBezTo>
                    <a:pt x="230" y="359"/>
                    <a:pt x="234" y="364"/>
                    <a:pt x="228" y="365"/>
                  </a:cubicBezTo>
                  <a:cubicBezTo>
                    <a:pt x="222" y="365"/>
                    <a:pt x="207" y="366"/>
                    <a:pt x="205" y="362"/>
                  </a:cubicBezTo>
                  <a:cubicBezTo>
                    <a:pt x="205" y="361"/>
                    <a:pt x="213" y="362"/>
                    <a:pt x="214" y="360"/>
                  </a:cubicBezTo>
                  <a:cubicBezTo>
                    <a:pt x="215" y="357"/>
                    <a:pt x="217" y="353"/>
                    <a:pt x="221" y="353"/>
                  </a:cubicBezTo>
                  <a:cubicBezTo>
                    <a:pt x="224" y="353"/>
                    <a:pt x="224" y="348"/>
                    <a:pt x="218" y="345"/>
                  </a:cubicBezTo>
                  <a:cubicBezTo>
                    <a:pt x="212" y="342"/>
                    <a:pt x="227" y="340"/>
                    <a:pt x="230" y="345"/>
                  </a:cubicBezTo>
                  <a:cubicBezTo>
                    <a:pt x="234" y="350"/>
                    <a:pt x="240" y="353"/>
                    <a:pt x="243" y="350"/>
                  </a:cubicBezTo>
                  <a:cubicBezTo>
                    <a:pt x="246" y="346"/>
                    <a:pt x="266" y="337"/>
                    <a:pt x="266" y="341"/>
                  </a:cubicBezTo>
                  <a:cubicBezTo>
                    <a:pt x="266" y="346"/>
                    <a:pt x="252" y="349"/>
                    <a:pt x="246" y="354"/>
                  </a:cubicBezTo>
                  <a:close/>
                  <a:moveTo>
                    <a:pt x="376" y="489"/>
                  </a:moveTo>
                  <a:cubicBezTo>
                    <a:pt x="372" y="490"/>
                    <a:pt x="376" y="479"/>
                    <a:pt x="369" y="475"/>
                  </a:cubicBezTo>
                  <a:cubicBezTo>
                    <a:pt x="360" y="470"/>
                    <a:pt x="356" y="461"/>
                    <a:pt x="356" y="456"/>
                  </a:cubicBezTo>
                  <a:cubicBezTo>
                    <a:pt x="356" y="451"/>
                    <a:pt x="363" y="449"/>
                    <a:pt x="366" y="453"/>
                  </a:cubicBezTo>
                  <a:cubicBezTo>
                    <a:pt x="369" y="456"/>
                    <a:pt x="374" y="472"/>
                    <a:pt x="376" y="476"/>
                  </a:cubicBezTo>
                  <a:cubicBezTo>
                    <a:pt x="379" y="481"/>
                    <a:pt x="379" y="489"/>
                    <a:pt x="376" y="489"/>
                  </a:cubicBezTo>
                  <a:close/>
                </a:path>
              </a:pathLst>
            </a:custGeom>
            <a:grpFill/>
            <a:ln w="3175" cap="rnd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1" rIns="68580" bIns="34291" numCol="1" anchor="t" anchorCtr="0" compatLnSpc="1">
              <a:prstTxWarp prst="textNoShape">
                <a:avLst/>
              </a:prstTxWarp>
            </a:bodyPr>
            <a:lstStyle/>
            <a:p>
              <a:endParaRPr lang="en-US" sz="1351" dirty="0"/>
            </a:p>
          </p:txBody>
        </p:sp>
        <p:sp>
          <p:nvSpPr>
            <p:cNvPr id="10" name="Freeform 168">
              <a:extLst>
                <a:ext uri="{FF2B5EF4-FFF2-40B4-BE49-F238E27FC236}">
                  <a16:creationId xmlns:a16="http://schemas.microsoft.com/office/drawing/2014/main" id="{AAA121D7-4A1F-A8F9-76B0-18F4A0EB7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722" y="2854303"/>
              <a:ext cx="2229837" cy="1411842"/>
            </a:xfrm>
            <a:custGeom>
              <a:avLst/>
              <a:gdLst>
                <a:gd name="connsiteX0" fmla="*/ 1772175 w 2457055"/>
                <a:gd name="connsiteY0" fmla="*/ 816496 h 1509195"/>
                <a:gd name="connsiteX1" fmla="*/ 1775947 w 2457055"/>
                <a:gd name="connsiteY1" fmla="*/ 817126 h 1509195"/>
                <a:gd name="connsiteX2" fmla="*/ 1787443 w 2457055"/>
                <a:gd name="connsiteY2" fmla="*/ 837267 h 1509195"/>
                <a:gd name="connsiteX3" fmla="*/ 1807560 w 2457055"/>
                <a:gd name="connsiteY3" fmla="*/ 843021 h 1509195"/>
                <a:gd name="connsiteX4" fmla="*/ 1830551 w 2457055"/>
                <a:gd name="connsiteY4" fmla="*/ 843021 h 1509195"/>
                <a:gd name="connsiteX5" fmla="*/ 1850668 w 2457055"/>
                <a:gd name="connsiteY5" fmla="*/ 851653 h 1509195"/>
                <a:gd name="connsiteX6" fmla="*/ 1870785 w 2457055"/>
                <a:gd name="connsiteY6" fmla="*/ 854530 h 1509195"/>
                <a:gd name="connsiteX7" fmla="*/ 1905272 w 2457055"/>
                <a:gd name="connsiteY7" fmla="*/ 860285 h 1509195"/>
                <a:gd name="connsiteX8" fmla="*/ 1893776 w 2457055"/>
                <a:gd name="connsiteY8" fmla="*/ 866039 h 1509195"/>
                <a:gd name="connsiteX9" fmla="*/ 1844920 w 2457055"/>
                <a:gd name="connsiteY9" fmla="*/ 894812 h 1509195"/>
                <a:gd name="connsiteX10" fmla="*/ 1876533 w 2457055"/>
                <a:gd name="connsiteY10" fmla="*/ 900567 h 1509195"/>
                <a:gd name="connsiteX11" fmla="*/ 1931136 w 2457055"/>
                <a:gd name="connsiteY11" fmla="*/ 877548 h 1509195"/>
                <a:gd name="connsiteX12" fmla="*/ 1939758 w 2457055"/>
                <a:gd name="connsiteY12" fmla="*/ 891935 h 1509195"/>
                <a:gd name="connsiteX13" fmla="*/ 1957001 w 2457055"/>
                <a:gd name="connsiteY13" fmla="*/ 906321 h 1509195"/>
                <a:gd name="connsiteX14" fmla="*/ 2002983 w 2457055"/>
                <a:gd name="connsiteY14" fmla="*/ 897689 h 1509195"/>
                <a:gd name="connsiteX15" fmla="*/ 2025974 w 2457055"/>
                <a:gd name="connsiteY15" fmla="*/ 909198 h 1509195"/>
                <a:gd name="connsiteX16" fmla="*/ 2028848 w 2457055"/>
                <a:gd name="connsiteY16" fmla="*/ 903444 h 1509195"/>
                <a:gd name="connsiteX17" fmla="*/ 2040344 w 2457055"/>
                <a:gd name="connsiteY17" fmla="*/ 914953 h 1509195"/>
                <a:gd name="connsiteX18" fmla="*/ 2037470 w 2457055"/>
                <a:gd name="connsiteY18" fmla="*/ 917830 h 1509195"/>
                <a:gd name="connsiteX19" fmla="*/ 1988614 w 2457055"/>
                <a:gd name="connsiteY19" fmla="*/ 926462 h 1509195"/>
                <a:gd name="connsiteX20" fmla="*/ 1951254 w 2457055"/>
                <a:gd name="connsiteY20" fmla="*/ 958112 h 1509195"/>
                <a:gd name="connsiteX21" fmla="*/ 1945506 w 2457055"/>
                <a:gd name="connsiteY21" fmla="*/ 998394 h 1509195"/>
                <a:gd name="connsiteX22" fmla="*/ 1965623 w 2457055"/>
                <a:gd name="connsiteY22" fmla="*/ 1044430 h 1509195"/>
                <a:gd name="connsiteX23" fmla="*/ 1982866 w 2457055"/>
                <a:gd name="connsiteY23" fmla="*/ 1009903 h 1509195"/>
                <a:gd name="connsiteX24" fmla="*/ 1988614 w 2457055"/>
                <a:gd name="connsiteY24" fmla="*/ 958112 h 1509195"/>
                <a:gd name="connsiteX25" fmla="*/ 2014479 w 2457055"/>
                <a:gd name="connsiteY25" fmla="*/ 940848 h 1509195"/>
                <a:gd name="connsiteX26" fmla="*/ 2051839 w 2457055"/>
                <a:gd name="connsiteY26" fmla="*/ 943726 h 1509195"/>
                <a:gd name="connsiteX27" fmla="*/ 2040344 w 2457055"/>
                <a:gd name="connsiteY27" fmla="*/ 989762 h 1509195"/>
                <a:gd name="connsiteX28" fmla="*/ 2066208 w 2457055"/>
                <a:gd name="connsiteY28" fmla="*/ 984008 h 1509195"/>
                <a:gd name="connsiteX29" fmla="*/ 2074830 w 2457055"/>
                <a:gd name="connsiteY29" fmla="*/ 1015658 h 1509195"/>
                <a:gd name="connsiteX30" fmla="*/ 2080578 w 2457055"/>
                <a:gd name="connsiteY30" fmla="*/ 1032921 h 1509195"/>
                <a:gd name="connsiteX31" fmla="*/ 2069082 w 2457055"/>
                <a:gd name="connsiteY31" fmla="*/ 1035799 h 1509195"/>
                <a:gd name="connsiteX32" fmla="*/ 2051839 w 2457055"/>
                <a:gd name="connsiteY32" fmla="*/ 1041553 h 1509195"/>
                <a:gd name="connsiteX33" fmla="*/ 2100695 w 2457055"/>
                <a:gd name="connsiteY33" fmla="*/ 1053062 h 1509195"/>
                <a:gd name="connsiteX34" fmla="*/ 2155299 w 2457055"/>
                <a:gd name="connsiteY34" fmla="*/ 1018535 h 1509195"/>
                <a:gd name="connsiteX35" fmla="*/ 2163920 w 2457055"/>
                <a:gd name="connsiteY35" fmla="*/ 1012780 h 1509195"/>
                <a:gd name="connsiteX36" fmla="*/ 2161046 w 2457055"/>
                <a:gd name="connsiteY36" fmla="*/ 1004149 h 1509195"/>
                <a:gd name="connsiteX37" fmla="*/ 2181163 w 2457055"/>
                <a:gd name="connsiteY37" fmla="*/ 1001271 h 1509195"/>
                <a:gd name="connsiteX38" fmla="*/ 2227145 w 2457055"/>
                <a:gd name="connsiteY38" fmla="*/ 978253 h 1509195"/>
                <a:gd name="connsiteX39" fmla="*/ 2227145 w 2457055"/>
                <a:gd name="connsiteY39" fmla="*/ 975376 h 1509195"/>
                <a:gd name="connsiteX40" fmla="*/ 2258758 w 2457055"/>
                <a:gd name="connsiteY40" fmla="*/ 952358 h 1509195"/>
                <a:gd name="connsiteX41" fmla="*/ 2342100 w 2457055"/>
                <a:gd name="connsiteY41" fmla="*/ 952358 h 1509195"/>
                <a:gd name="connsiteX42" fmla="*/ 2373713 w 2457055"/>
                <a:gd name="connsiteY42" fmla="*/ 920708 h 1509195"/>
                <a:gd name="connsiteX43" fmla="*/ 2402452 w 2457055"/>
                <a:gd name="connsiteY43" fmla="*/ 877548 h 1509195"/>
                <a:gd name="connsiteX44" fmla="*/ 2434064 w 2457055"/>
                <a:gd name="connsiteY44" fmla="*/ 886180 h 1509195"/>
                <a:gd name="connsiteX45" fmla="*/ 2457055 w 2457055"/>
                <a:gd name="connsiteY45" fmla="*/ 952358 h 1509195"/>
                <a:gd name="connsiteX46" fmla="*/ 2436938 w 2457055"/>
                <a:gd name="connsiteY46" fmla="*/ 966744 h 1509195"/>
                <a:gd name="connsiteX47" fmla="*/ 2408199 w 2457055"/>
                <a:gd name="connsiteY47" fmla="*/ 966744 h 1509195"/>
                <a:gd name="connsiteX48" fmla="*/ 2390956 w 2457055"/>
                <a:gd name="connsiteY48" fmla="*/ 984008 h 1509195"/>
                <a:gd name="connsiteX49" fmla="*/ 2376587 w 2457055"/>
                <a:gd name="connsiteY49" fmla="*/ 992639 h 1509195"/>
                <a:gd name="connsiteX50" fmla="*/ 2359343 w 2457055"/>
                <a:gd name="connsiteY50" fmla="*/ 1018535 h 1509195"/>
                <a:gd name="connsiteX51" fmla="*/ 2356470 w 2457055"/>
                <a:gd name="connsiteY51" fmla="*/ 1030044 h 1509195"/>
                <a:gd name="connsiteX52" fmla="*/ 2362217 w 2457055"/>
                <a:gd name="connsiteY52" fmla="*/ 1050185 h 1509195"/>
                <a:gd name="connsiteX53" fmla="*/ 2342100 w 2457055"/>
                <a:gd name="connsiteY53" fmla="*/ 1047308 h 1509195"/>
                <a:gd name="connsiteX54" fmla="*/ 2330605 w 2457055"/>
                <a:gd name="connsiteY54" fmla="*/ 1058817 h 1509195"/>
                <a:gd name="connsiteX55" fmla="*/ 2293244 w 2457055"/>
                <a:gd name="connsiteY55" fmla="*/ 1070326 h 1509195"/>
                <a:gd name="connsiteX56" fmla="*/ 2327731 w 2457055"/>
                <a:gd name="connsiteY56" fmla="*/ 1073203 h 1509195"/>
                <a:gd name="connsiteX57" fmla="*/ 2293244 w 2457055"/>
                <a:gd name="connsiteY57" fmla="*/ 1081835 h 1509195"/>
                <a:gd name="connsiteX58" fmla="*/ 2281749 w 2457055"/>
                <a:gd name="connsiteY58" fmla="*/ 1087590 h 1509195"/>
                <a:gd name="connsiteX59" fmla="*/ 2267380 w 2457055"/>
                <a:gd name="connsiteY59" fmla="*/ 1119240 h 1509195"/>
                <a:gd name="connsiteX60" fmla="*/ 2250136 w 2457055"/>
                <a:gd name="connsiteY60" fmla="*/ 1119240 h 1509195"/>
                <a:gd name="connsiteX61" fmla="*/ 2250136 w 2457055"/>
                <a:gd name="connsiteY61" fmla="*/ 1130749 h 1509195"/>
                <a:gd name="connsiteX62" fmla="*/ 2244389 w 2457055"/>
                <a:gd name="connsiteY62" fmla="*/ 1162399 h 1509195"/>
                <a:gd name="connsiteX63" fmla="*/ 2235767 w 2457055"/>
                <a:gd name="connsiteY63" fmla="*/ 1168153 h 1509195"/>
                <a:gd name="connsiteX64" fmla="*/ 2227145 w 2457055"/>
                <a:gd name="connsiteY64" fmla="*/ 1139380 h 1509195"/>
                <a:gd name="connsiteX65" fmla="*/ 2230019 w 2457055"/>
                <a:gd name="connsiteY65" fmla="*/ 1116362 h 1509195"/>
                <a:gd name="connsiteX66" fmla="*/ 2221398 w 2457055"/>
                <a:gd name="connsiteY66" fmla="*/ 1116362 h 1509195"/>
                <a:gd name="connsiteX67" fmla="*/ 2218524 w 2457055"/>
                <a:gd name="connsiteY67" fmla="*/ 1148012 h 1509195"/>
                <a:gd name="connsiteX68" fmla="*/ 2209902 w 2457055"/>
                <a:gd name="connsiteY68" fmla="*/ 1156644 h 1509195"/>
                <a:gd name="connsiteX69" fmla="*/ 2224271 w 2457055"/>
                <a:gd name="connsiteY69" fmla="*/ 1176785 h 1509195"/>
                <a:gd name="connsiteX70" fmla="*/ 2224271 w 2457055"/>
                <a:gd name="connsiteY70" fmla="*/ 1188294 h 1509195"/>
                <a:gd name="connsiteX71" fmla="*/ 2232893 w 2457055"/>
                <a:gd name="connsiteY71" fmla="*/ 1205558 h 1509195"/>
                <a:gd name="connsiteX72" fmla="*/ 2241515 w 2457055"/>
                <a:gd name="connsiteY72" fmla="*/ 1214190 h 1509195"/>
                <a:gd name="connsiteX73" fmla="*/ 2235767 w 2457055"/>
                <a:gd name="connsiteY73" fmla="*/ 1228576 h 1509195"/>
                <a:gd name="connsiteX74" fmla="*/ 2218524 w 2457055"/>
                <a:gd name="connsiteY74" fmla="*/ 1225699 h 1509195"/>
                <a:gd name="connsiteX75" fmla="*/ 2212776 w 2457055"/>
                <a:gd name="connsiteY75" fmla="*/ 1234331 h 1509195"/>
                <a:gd name="connsiteX76" fmla="*/ 2209902 w 2457055"/>
                <a:gd name="connsiteY76" fmla="*/ 1251594 h 1509195"/>
                <a:gd name="connsiteX77" fmla="*/ 2184037 w 2457055"/>
                <a:gd name="connsiteY77" fmla="*/ 1268858 h 1509195"/>
                <a:gd name="connsiteX78" fmla="*/ 2169668 w 2457055"/>
                <a:gd name="connsiteY78" fmla="*/ 1274612 h 1509195"/>
                <a:gd name="connsiteX79" fmla="*/ 2149551 w 2457055"/>
                <a:gd name="connsiteY79" fmla="*/ 1294753 h 1509195"/>
                <a:gd name="connsiteX80" fmla="*/ 2129434 w 2457055"/>
                <a:gd name="connsiteY80" fmla="*/ 1306262 h 1509195"/>
                <a:gd name="connsiteX81" fmla="*/ 2100695 w 2457055"/>
                <a:gd name="connsiteY81" fmla="*/ 1355176 h 1509195"/>
                <a:gd name="connsiteX82" fmla="*/ 2115064 w 2457055"/>
                <a:gd name="connsiteY82" fmla="*/ 1404090 h 1509195"/>
                <a:gd name="connsiteX83" fmla="*/ 2120812 w 2457055"/>
                <a:gd name="connsiteY83" fmla="*/ 1427108 h 1509195"/>
                <a:gd name="connsiteX84" fmla="*/ 2135181 w 2457055"/>
                <a:gd name="connsiteY84" fmla="*/ 1476022 h 1509195"/>
                <a:gd name="connsiteX85" fmla="*/ 2123686 w 2457055"/>
                <a:gd name="connsiteY85" fmla="*/ 1504794 h 1509195"/>
                <a:gd name="connsiteX86" fmla="*/ 2106443 w 2457055"/>
                <a:gd name="connsiteY86" fmla="*/ 1501917 h 1509195"/>
                <a:gd name="connsiteX87" fmla="*/ 2089199 w 2457055"/>
                <a:gd name="connsiteY87" fmla="*/ 1478899 h 1509195"/>
                <a:gd name="connsiteX88" fmla="*/ 2077704 w 2457055"/>
                <a:gd name="connsiteY88" fmla="*/ 1455881 h 1509195"/>
                <a:gd name="connsiteX89" fmla="*/ 2069082 w 2457055"/>
                <a:gd name="connsiteY89" fmla="*/ 1429985 h 1509195"/>
                <a:gd name="connsiteX90" fmla="*/ 2069082 w 2457055"/>
                <a:gd name="connsiteY90" fmla="*/ 1404090 h 1509195"/>
                <a:gd name="connsiteX91" fmla="*/ 2043217 w 2457055"/>
                <a:gd name="connsiteY91" fmla="*/ 1375317 h 1509195"/>
                <a:gd name="connsiteX92" fmla="*/ 2023100 w 2457055"/>
                <a:gd name="connsiteY92" fmla="*/ 1383949 h 1509195"/>
                <a:gd name="connsiteX93" fmla="*/ 2005857 w 2457055"/>
                <a:gd name="connsiteY93" fmla="*/ 1381072 h 1509195"/>
                <a:gd name="connsiteX94" fmla="*/ 1982866 w 2457055"/>
                <a:gd name="connsiteY94" fmla="*/ 1363808 h 1509195"/>
                <a:gd name="connsiteX95" fmla="*/ 1951254 w 2457055"/>
                <a:gd name="connsiteY95" fmla="*/ 1369562 h 1509195"/>
                <a:gd name="connsiteX96" fmla="*/ 1939758 w 2457055"/>
                <a:gd name="connsiteY96" fmla="*/ 1363808 h 1509195"/>
                <a:gd name="connsiteX97" fmla="*/ 1922515 w 2457055"/>
                <a:gd name="connsiteY97" fmla="*/ 1366685 h 1509195"/>
                <a:gd name="connsiteX98" fmla="*/ 1902398 w 2457055"/>
                <a:gd name="connsiteY98" fmla="*/ 1378194 h 1509195"/>
                <a:gd name="connsiteX99" fmla="*/ 1908145 w 2457055"/>
                <a:gd name="connsiteY99" fmla="*/ 1389703 h 1509195"/>
                <a:gd name="connsiteX100" fmla="*/ 1913893 w 2457055"/>
                <a:gd name="connsiteY100" fmla="*/ 1404090 h 1509195"/>
                <a:gd name="connsiteX101" fmla="*/ 1890902 w 2457055"/>
                <a:gd name="connsiteY101" fmla="*/ 1386826 h 1509195"/>
                <a:gd name="connsiteX102" fmla="*/ 1879407 w 2457055"/>
                <a:gd name="connsiteY102" fmla="*/ 1395458 h 1509195"/>
                <a:gd name="connsiteX103" fmla="*/ 1859290 w 2457055"/>
                <a:gd name="connsiteY103" fmla="*/ 1389703 h 1509195"/>
                <a:gd name="connsiteX104" fmla="*/ 1844920 w 2457055"/>
                <a:gd name="connsiteY104" fmla="*/ 1383949 h 1509195"/>
                <a:gd name="connsiteX105" fmla="*/ 1824803 w 2457055"/>
                <a:gd name="connsiteY105" fmla="*/ 1381072 h 1509195"/>
                <a:gd name="connsiteX106" fmla="*/ 1813308 w 2457055"/>
                <a:gd name="connsiteY106" fmla="*/ 1378194 h 1509195"/>
                <a:gd name="connsiteX107" fmla="*/ 1798938 w 2457055"/>
                <a:gd name="connsiteY107" fmla="*/ 1378194 h 1509195"/>
                <a:gd name="connsiteX108" fmla="*/ 1784569 w 2457055"/>
                <a:gd name="connsiteY108" fmla="*/ 1386826 h 1509195"/>
                <a:gd name="connsiteX109" fmla="*/ 1773073 w 2457055"/>
                <a:gd name="connsiteY109" fmla="*/ 1392581 h 1509195"/>
                <a:gd name="connsiteX110" fmla="*/ 1750082 w 2457055"/>
                <a:gd name="connsiteY110" fmla="*/ 1412722 h 1509195"/>
                <a:gd name="connsiteX111" fmla="*/ 1735713 w 2457055"/>
                <a:gd name="connsiteY111" fmla="*/ 1418476 h 1509195"/>
                <a:gd name="connsiteX112" fmla="*/ 1718470 w 2457055"/>
                <a:gd name="connsiteY112" fmla="*/ 1432862 h 1509195"/>
                <a:gd name="connsiteX113" fmla="*/ 1712722 w 2457055"/>
                <a:gd name="connsiteY113" fmla="*/ 1455881 h 1509195"/>
                <a:gd name="connsiteX114" fmla="*/ 1718470 w 2457055"/>
                <a:gd name="connsiteY114" fmla="*/ 1487531 h 1509195"/>
                <a:gd name="connsiteX115" fmla="*/ 1709848 w 2457055"/>
                <a:gd name="connsiteY115" fmla="*/ 1484653 h 1509195"/>
                <a:gd name="connsiteX116" fmla="*/ 1675362 w 2457055"/>
                <a:gd name="connsiteY116" fmla="*/ 1473144 h 1509195"/>
                <a:gd name="connsiteX117" fmla="*/ 1666740 w 2457055"/>
                <a:gd name="connsiteY117" fmla="*/ 1455881 h 1509195"/>
                <a:gd name="connsiteX118" fmla="*/ 1660992 w 2457055"/>
                <a:gd name="connsiteY118" fmla="*/ 1438617 h 1509195"/>
                <a:gd name="connsiteX119" fmla="*/ 1638001 w 2457055"/>
                <a:gd name="connsiteY119" fmla="*/ 1406967 h 1509195"/>
                <a:gd name="connsiteX120" fmla="*/ 1594893 w 2457055"/>
                <a:gd name="connsiteY120" fmla="*/ 1381072 h 1509195"/>
                <a:gd name="connsiteX121" fmla="*/ 1577650 w 2457055"/>
                <a:gd name="connsiteY121" fmla="*/ 1404090 h 1509195"/>
                <a:gd name="connsiteX122" fmla="*/ 1548911 w 2457055"/>
                <a:gd name="connsiteY122" fmla="*/ 1389703 h 1509195"/>
                <a:gd name="connsiteX123" fmla="*/ 1540290 w 2457055"/>
                <a:gd name="connsiteY123" fmla="*/ 1372440 h 1509195"/>
                <a:gd name="connsiteX124" fmla="*/ 1525920 w 2457055"/>
                <a:gd name="connsiteY124" fmla="*/ 1355176 h 1509195"/>
                <a:gd name="connsiteX125" fmla="*/ 1497182 w 2457055"/>
                <a:gd name="connsiteY125" fmla="*/ 1329281 h 1509195"/>
                <a:gd name="connsiteX126" fmla="*/ 1459821 w 2457055"/>
                <a:gd name="connsiteY126" fmla="*/ 1329281 h 1509195"/>
                <a:gd name="connsiteX127" fmla="*/ 1451200 w 2457055"/>
                <a:gd name="connsiteY127" fmla="*/ 1340790 h 1509195"/>
                <a:gd name="connsiteX128" fmla="*/ 1382227 w 2457055"/>
                <a:gd name="connsiteY128" fmla="*/ 1340790 h 1509195"/>
                <a:gd name="connsiteX129" fmla="*/ 1319001 w 2457055"/>
                <a:gd name="connsiteY129" fmla="*/ 1317771 h 1509195"/>
                <a:gd name="connsiteX130" fmla="*/ 1293137 w 2457055"/>
                <a:gd name="connsiteY130" fmla="*/ 1306262 h 1509195"/>
                <a:gd name="connsiteX131" fmla="*/ 1238533 w 2457055"/>
                <a:gd name="connsiteY131" fmla="*/ 1312017 h 1509195"/>
                <a:gd name="connsiteX132" fmla="*/ 1232785 w 2457055"/>
                <a:gd name="connsiteY132" fmla="*/ 1297631 h 1509195"/>
                <a:gd name="connsiteX133" fmla="*/ 1209794 w 2457055"/>
                <a:gd name="connsiteY133" fmla="*/ 1268858 h 1509195"/>
                <a:gd name="connsiteX134" fmla="*/ 1189677 w 2457055"/>
                <a:gd name="connsiteY134" fmla="*/ 1265981 h 1509195"/>
                <a:gd name="connsiteX135" fmla="*/ 1158065 w 2457055"/>
                <a:gd name="connsiteY135" fmla="*/ 1254471 h 1509195"/>
                <a:gd name="connsiteX136" fmla="*/ 1146569 w 2457055"/>
                <a:gd name="connsiteY136" fmla="*/ 1231453 h 1509195"/>
                <a:gd name="connsiteX137" fmla="*/ 1120704 w 2457055"/>
                <a:gd name="connsiteY137" fmla="*/ 1202680 h 1509195"/>
                <a:gd name="connsiteX138" fmla="*/ 1117830 w 2457055"/>
                <a:gd name="connsiteY138" fmla="*/ 1185417 h 1509195"/>
                <a:gd name="connsiteX139" fmla="*/ 1109209 w 2457055"/>
                <a:gd name="connsiteY139" fmla="*/ 1168153 h 1509195"/>
                <a:gd name="connsiteX140" fmla="*/ 1097713 w 2457055"/>
                <a:gd name="connsiteY140" fmla="*/ 1156644 h 1509195"/>
                <a:gd name="connsiteX141" fmla="*/ 1077596 w 2457055"/>
                <a:gd name="connsiteY141" fmla="*/ 1136503 h 1509195"/>
                <a:gd name="connsiteX142" fmla="*/ 1071848 w 2457055"/>
                <a:gd name="connsiteY142" fmla="*/ 1104853 h 1509195"/>
                <a:gd name="connsiteX143" fmla="*/ 1068974 w 2457055"/>
                <a:gd name="connsiteY143" fmla="*/ 1073203 h 1509195"/>
                <a:gd name="connsiteX144" fmla="*/ 1060353 w 2457055"/>
                <a:gd name="connsiteY144" fmla="*/ 1032921 h 1509195"/>
                <a:gd name="connsiteX145" fmla="*/ 1066101 w 2457055"/>
                <a:gd name="connsiteY145" fmla="*/ 995517 h 1509195"/>
                <a:gd name="connsiteX146" fmla="*/ 1068974 w 2457055"/>
                <a:gd name="connsiteY146" fmla="*/ 935094 h 1509195"/>
                <a:gd name="connsiteX147" fmla="*/ 1074722 w 2457055"/>
                <a:gd name="connsiteY147" fmla="*/ 912076 h 1509195"/>
                <a:gd name="connsiteX148" fmla="*/ 1074722 w 2457055"/>
                <a:gd name="connsiteY148" fmla="*/ 906321 h 1509195"/>
                <a:gd name="connsiteX149" fmla="*/ 1063227 w 2457055"/>
                <a:gd name="connsiteY149" fmla="*/ 883303 h 1509195"/>
                <a:gd name="connsiteX150" fmla="*/ 1051731 w 2457055"/>
                <a:gd name="connsiteY150" fmla="*/ 851653 h 1509195"/>
                <a:gd name="connsiteX151" fmla="*/ 1051731 w 2457055"/>
                <a:gd name="connsiteY151" fmla="*/ 848776 h 1509195"/>
                <a:gd name="connsiteX152" fmla="*/ 1089092 w 2457055"/>
                <a:gd name="connsiteY152" fmla="*/ 848776 h 1509195"/>
                <a:gd name="connsiteX153" fmla="*/ 1094839 w 2457055"/>
                <a:gd name="connsiteY153" fmla="*/ 857408 h 1509195"/>
                <a:gd name="connsiteX154" fmla="*/ 1097713 w 2457055"/>
                <a:gd name="connsiteY154" fmla="*/ 871794 h 1509195"/>
                <a:gd name="connsiteX155" fmla="*/ 1100587 w 2457055"/>
                <a:gd name="connsiteY155" fmla="*/ 886180 h 1509195"/>
                <a:gd name="connsiteX156" fmla="*/ 1109209 w 2457055"/>
                <a:gd name="connsiteY156" fmla="*/ 860285 h 1509195"/>
                <a:gd name="connsiteX157" fmla="*/ 1103461 w 2457055"/>
                <a:gd name="connsiteY157" fmla="*/ 834389 h 1509195"/>
                <a:gd name="connsiteX158" fmla="*/ 1100587 w 2457055"/>
                <a:gd name="connsiteY158" fmla="*/ 831512 h 1509195"/>
                <a:gd name="connsiteX159" fmla="*/ 1767326 w 2457055"/>
                <a:gd name="connsiteY159" fmla="*/ 828635 h 1509195"/>
                <a:gd name="connsiteX160" fmla="*/ 1772175 w 2457055"/>
                <a:gd name="connsiteY160" fmla="*/ 816496 h 1509195"/>
                <a:gd name="connsiteX161" fmla="*/ 26828 w 2457055"/>
                <a:gd name="connsiteY161" fmla="*/ 670231 h 1509195"/>
                <a:gd name="connsiteX162" fmla="*/ 15168 w 2457055"/>
                <a:gd name="connsiteY162" fmla="*/ 687722 h 1509195"/>
                <a:gd name="connsiteX163" fmla="*/ 26828 w 2457055"/>
                <a:gd name="connsiteY163" fmla="*/ 670231 h 1509195"/>
                <a:gd name="connsiteX164" fmla="*/ 94714 w 2457055"/>
                <a:gd name="connsiteY164" fmla="*/ 642054 h 1509195"/>
                <a:gd name="connsiteX165" fmla="*/ 107389 w 2457055"/>
                <a:gd name="connsiteY165" fmla="*/ 642235 h 1509195"/>
                <a:gd name="connsiteX166" fmla="*/ 93005 w 2457055"/>
                <a:gd name="connsiteY166" fmla="*/ 650889 h 1509195"/>
                <a:gd name="connsiteX167" fmla="*/ 72868 w 2457055"/>
                <a:gd name="connsiteY167" fmla="*/ 656658 h 1509195"/>
                <a:gd name="connsiteX168" fmla="*/ 94714 w 2457055"/>
                <a:gd name="connsiteY168" fmla="*/ 642054 h 1509195"/>
                <a:gd name="connsiteX169" fmla="*/ 371702 w 2457055"/>
                <a:gd name="connsiteY169" fmla="*/ 512282 h 1509195"/>
                <a:gd name="connsiteX170" fmla="*/ 377077 w 2457055"/>
                <a:gd name="connsiteY170" fmla="*/ 515847 h 1509195"/>
                <a:gd name="connsiteX171" fmla="*/ 382810 w 2457055"/>
                <a:gd name="connsiteY171" fmla="*/ 527254 h 1509195"/>
                <a:gd name="connsiteX172" fmla="*/ 365611 w 2457055"/>
                <a:gd name="connsiteY172" fmla="*/ 535809 h 1509195"/>
                <a:gd name="connsiteX173" fmla="*/ 374211 w 2457055"/>
                <a:gd name="connsiteY173" fmla="*/ 550067 h 1509195"/>
                <a:gd name="connsiteX174" fmla="*/ 342679 w 2457055"/>
                <a:gd name="connsiteY174" fmla="*/ 570030 h 1509195"/>
                <a:gd name="connsiteX175" fmla="*/ 331213 w 2457055"/>
                <a:gd name="connsiteY175" fmla="*/ 570030 h 1509195"/>
                <a:gd name="connsiteX176" fmla="*/ 319747 w 2457055"/>
                <a:gd name="connsiteY176" fmla="*/ 552919 h 1509195"/>
                <a:gd name="connsiteX177" fmla="*/ 336946 w 2457055"/>
                <a:gd name="connsiteY177" fmla="*/ 547216 h 1509195"/>
                <a:gd name="connsiteX178" fmla="*/ 359878 w 2457055"/>
                <a:gd name="connsiteY178" fmla="*/ 521550 h 1509195"/>
                <a:gd name="connsiteX179" fmla="*/ 371702 w 2457055"/>
                <a:gd name="connsiteY179" fmla="*/ 512282 h 1509195"/>
                <a:gd name="connsiteX180" fmla="*/ 23907 w 2457055"/>
                <a:gd name="connsiteY180" fmla="*/ 448441 h 1509195"/>
                <a:gd name="connsiteX181" fmla="*/ 35086 w 2457055"/>
                <a:gd name="connsiteY181" fmla="*/ 452085 h 1509195"/>
                <a:gd name="connsiteX182" fmla="*/ 52394 w 2457055"/>
                <a:gd name="connsiteY182" fmla="*/ 452085 h 1509195"/>
                <a:gd name="connsiteX183" fmla="*/ 49509 w 2457055"/>
                <a:gd name="connsiteY183" fmla="*/ 469576 h 1509195"/>
                <a:gd name="connsiteX184" fmla="*/ 14893 w 2457055"/>
                <a:gd name="connsiteY184" fmla="*/ 457916 h 1509195"/>
                <a:gd name="connsiteX185" fmla="*/ 23907 w 2457055"/>
                <a:gd name="connsiteY185" fmla="*/ 448441 h 1509195"/>
                <a:gd name="connsiteX186" fmla="*/ 276620 w 2457055"/>
                <a:gd name="connsiteY186" fmla="*/ 0 h 1509195"/>
                <a:gd name="connsiteX187" fmla="*/ 293862 w 2457055"/>
                <a:gd name="connsiteY187" fmla="*/ 11523 h 1509195"/>
                <a:gd name="connsiteX188" fmla="*/ 285241 w 2457055"/>
                <a:gd name="connsiteY188" fmla="*/ 20165 h 1509195"/>
                <a:gd name="connsiteX189" fmla="*/ 305357 w 2457055"/>
                <a:gd name="connsiteY189" fmla="*/ 17284 h 1509195"/>
                <a:gd name="connsiteX190" fmla="*/ 316851 w 2457055"/>
                <a:gd name="connsiteY190" fmla="*/ 14403 h 1509195"/>
                <a:gd name="connsiteX191" fmla="*/ 328346 w 2457055"/>
                <a:gd name="connsiteY191" fmla="*/ 23046 h 1509195"/>
                <a:gd name="connsiteX192" fmla="*/ 371450 w 2457055"/>
                <a:gd name="connsiteY192" fmla="*/ 23046 h 1509195"/>
                <a:gd name="connsiteX193" fmla="*/ 377197 w 2457055"/>
                <a:gd name="connsiteY193" fmla="*/ 37449 h 1509195"/>
                <a:gd name="connsiteX194" fmla="*/ 394439 w 2457055"/>
                <a:gd name="connsiteY194" fmla="*/ 43211 h 1509195"/>
                <a:gd name="connsiteX195" fmla="*/ 454786 w 2457055"/>
                <a:gd name="connsiteY195" fmla="*/ 37449 h 1509195"/>
                <a:gd name="connsiteX196" fmla="*/ 506511 w 2457055"/>
                <a:gd name="connsiteY196" fmla="*/ 54733 h 1509195"/>
                <a:gd name="connsiteX197" fmla="*/ 543868 w 2457055"/>
                <a:gd name="connsiteY197" fmla="*/ 60495 h 1509195"/>
                <a:gd name="connsiteX198" fmla="*/ 589846 w 2457055"/>
                <a:gd name="connsiteY198" fmla="*/ 57614 h 1509195"/>
                <a:gd name="connsiteX199" fmla="*/ 641572 w 2457055"/>
                <a:gd name="connsiteY199" fmla="*/ 72018 h 1509195"/>
                <a:gd name="connsiteX200" fmla="*/ 653066 w 2457055"/>
                <a:gd name="connsiteY200" fmla="*/ 74898 h 1509195"/>
                <a:gd name="connsiteX201" fmla="*/ 653066 w 2457055"/>
                <a:gd name="connsiteY201" fmla="*/ 446510 h 1509195"/>
                <a:gd name="connsiteX202" fmla="*/ 664561 w 2457055"/>
                <a:gd name="connsiteY202" fmla="*/ 449391 h 1509195"/>
                <a:gd name="connsiteX203" fmla="*/ 687550 w 2457055"/>
                <a:gd name="connsiteY203" fmla="*/ 443629 h 1509195"/>
                <a:gd name="connsiteX204" fmla="*/ 704792 w 2457055"/>
                <a:gd name="connsiteY204" fmla="*/ 455152 h 1509195"/>
                <a:gd name="connsiteX205" fmla="*/ 727781 w 2457055"/>
                <a:gd name="connsiteY205" fmla="*/ 481078 h 1509195"/>
                <a:gd name="connsiteX206" fmla="*/ 747896 w 2457055"/>
                <a:gd name="connsiteY206" fmla="*/ 492601 h 1509195"/>
                <a:gd name="connsiteX207" fmla="*/ 768012 w 2457055"/>
                <a:gd name="connsiteY207" fmla="*/ 475317 h 1509195"/>
                <a:gd name="connsiteX208" fmla="*/ 802495 w 2457055"/>
                <a:gd name="connsiteY208" fmla="*/ 478198 h 1509195"/>
                <a:gd name="connsiteX209" fmla="*/ 854221 w 2457055"/>
                <a:gd name="connsiteY209" fmla="*/ 535812 h 1509195"/>
                <a:gd name="connsiteX210" fmla="*/ 897325 w 2457055"/>
                <a:gd name="connsiteY210" fmla="*/ 587665 h 1509195"/>
                <a:gd name="connsiteX211" fmla="*/ 920314 w 2457055"/>
                <a:gd name="connsiteY211" fmla="*/ 613591 h 1509195"/>
                <a:gd name="connsiteX212" fmla="*/ 926062 w 2457055"/>
                <a:gd name="connsiteY212" fmla="*/ 636637 h 1509195"/>
                <a:gd name="connsiteX213" fmla="*/ 908820 w 2457055"/>
                <a:gd name="connsiteY213" fmla="*/ 648159 h 1509195"/>
                <a:gd name="connsiteX214" fmla="*/ 908820 w 2457055"/>
                <a:gd name="connsiteY214" fmla="*/ 645279 h 1509195"/>
                <a:gd name="connsiteX215" fmla="*/ 897325 w 2457055"/>
                <a:gd name="connsiteY215" fmla="*/ 642398 h 1509195"/>
                <a:gd name="connsiteX216" fmla="*/ 897325 w 2457055"/>
                <a:gd name="connsiteY216" fmla="*/ 625114 h 1509195"/>
                <a:gd name="connsiteX217" fmla="*/ 885831 w 2457055"/>
                <a:gd name="connsiteY217" fmla="*/ 630875 h 1509195"/>
                <a:gd name="connsiteX218" fmla="*/ 871463 w 2457055"/>
                <a:gd name="connsiteY218" fmla="*/ 627994 h 1509195"/>
                <a:gd name="connsiteX219" fmla="*/ 868589 w 2457055"/>
                <a:gd name="connsiteY219" fmla="*/ 639517 h 1509195"/>
                <a:gd name="connsiteX220" fmla="*/ 854221 w 2457055"/>
                <a:gd name="connsiteY220" fmla="*/ 636637 h 1509195"/>
                <a:gd name="connsiteX221" fmla="*/ 845600 w 2457055"/>
                <a:gd name="connsiteY221" fmla="*/ 645279 h 1509195"/>
                <a:gd name="connsiteX222" fmla="*/ 845600 w 2457055"/>
                <a:gd name="connsiteY222" fmla="*/ 619352 h 1509195"/>
                <a:gd name="connsiteX223" fmla="*/ 842726 w 2457055"/>
                <a:gd name="connsiteY223" fmla="*/ 602068 h 1509195"/>
                <a:gd name="connsiteX224" fmla="*/ 862842 w 2457055"/>
                <a:gd name="connsiteY224" fmla="*/ 610710 h 1509195"/>
                <a:gd name="connsiteX225" fmla="*/ 874336 w 2457055"/>
                <a:gd name="connsiteY225" fmla="*/ 599187 h 1509195"/>
                <a:gd name="connsiteX226" fmla="*/ 857094 w 2457055"/>
                <a:gd name="connsiteY226" fmla="*/ 576142 h 1509195"/>
                <a:gd name="connsiteX227" fmla="*/ 857094 w 2457055"/>
                <a:gd name="connsiteY227" fmla="*/ 587665 h 1509195"/>
                <a:gd name="connsiteX228" fmla="*/ 865715 w 2457055"/>
                <a:gd name="connsiteY228" fmla="*/ 599187 h 1509195"/>
                <a:gd name="connsiteX229" fmla="*/ 845600 w 2457055"/>
                <a:gd name="connsiteY229" fmla="*/ 584784 h 1509195"/>
                <a:gd name="connsiteX230" fmla="*/ 828358 w 2457055"/>
                <a:gd name="connsiteY230" fmla="*/ 587665 h 1509195"/>
                <a:gd name="connsiteX231" fmla="*/ 819737 w 2457055"/>
                <a:gd name="connsiteY231" fmla="*/ 596307 h 1509195"/>
                <a:gd name="connsiteX232" fmla="*/ 816864 w 2457055"/>
                <a:gd name="connsiteY232" fmla="*/ 570380 h 1509195"/>
                <a:gd name="connsiteX233" fmla="*/ 831232 w 2457055"/>
                <a:gd name="connsiteY233" fmla="*/ 564619 h 1509195"/>
                <a:gd name="connsiteX234" fmla="*/ 839853 w 2457055"/>
                <a:gd name="connsiteY234" fmla="*/ 547335 h 1509195"/>
                <a:gd name="connsiteX235" fmla="*/ 825484 w 2457055"/>
                <a:gd name="connsiteY235" fmla="*/ 530050 h 1509195"/>
                <a:gd name="connsiteX236" fmla="*/ 825484 w 2457055"/>
                <a:gd name="connsiteY236" fmla="*/ 553096 h 1509195"/>
                <a:gd name="connsiteX237" fmla="*/ 811116 w 2457055"/>
                <a:gd name="connsiteY237" fmla="*/ 561738 h 1509195"/>
                <a:gd name="connsiteX238" fmla="*/ 808243 w 2457055"/>
                <a:gd name="connsiteY238" fmla="*/ 544454 h 1509195"/>
                <a:gd name="connsiteX239" fmla="*/ 802495 w 2457055"/>
                <a:gd name="connsiteY239" fmla="*/ 561738 h 1509195"/>
                <a:gd name="connsiteX240" fmla="*/ 805369 w 2457055"/>
                <a:gd name="connsiteY240" fmla="*/ 587665 h 1509195"/>
                <a:gd name="connsiteX241" fmla="*/ 793874 w 2457055"/>
                <a:gd name="connsiteY241" fmla="*/ 573261 h 1509195"/>
                <a:gd name="connsiteX242" fmla="*/ 788127 w 2457055"/>
                <a:gd name="connsiteY242" fmla="*/ 555977 h 1509195"/>
                <a:gd name="connsiteX243" fmla="*/ 768012 w 2457055"/>
                <a:gd name="connsiteY243" fmla="*/ 532931 h 1509195"/>
                <a:gd name="connsiteX244" fmla="*/ 782380 w 2457055"/>
                <a:gd name="connsiteY244" fmla="*/ 530050 h 1509195"/>
                <a:gd name="connsiteX245" fmla="*/ 802495 w 2457055"/>
                <a:gd name="connsiteY245" fmla="*/ 532931 h 1509195"/>
                <a:gd name="connsiteX246" fmla="*/ 799622 w 2457055"/>
                <a:gd name="connsiteY246" fmla="*/ 501243 h 1509195"/>
                <a:gd name="connsiteX247" fmla="*/ 791001 w 2457055"/>
                <a:gd name="connsiteY247" fmla="*/ 498363 h 1509195"/>
                <a:gd name="connsiteX248" fmla="*/ 788127 w 2457055"/>
                <a:gd name="connsiteY248" fmla="*/ 518528 h 1509195"/>
                <a:gd name="connsiteX249" fmla="*/ 768012 w 2457055"/>
                <a:gd name="connsiteY249" fmla="*/ 509885 h 1509195"/>
                <a:gd name="connsiteX250" fmla="*/ 753644 w 2457055"/>
                <a:gd name="connsiteY250" fmla="*/ 521408 h 1509195"/>
                <a:gd name="connsiteX251" fmla="*/ 724907 w 2457055"/>
                <a:gd name="connsiteY251" fmla="*/ 498363 h 1509195"/>
                <a:gd name="connsiteX252" fmla="*/ 699045 w 2457055"/>
                <a:gd name="connsiteY252" fmla="*/ 483959 h 1509195"/>
                <a:gd name="connsiteX253" fmla="*/ 684676 w 2457055"/>
                <a:gd name="connsiteY253" fmla="*/ 475317 h 1509195"/>
                <a:gd name="connsiteX254" fmla="*/ 690424 w 2457055"/>
                <a:gd name="connsiteY254" fmla="*/ 460913 h 1509195"/>
                <a:gd name="connsiteX255" fmla="*/ 661687 w 2457055"/>
                <a:gd name="connsiteY255" fmla="*/ 469555 h 1509195"/>
                <a:gd name="connsiteX256" fmla="*/ 638698 w 2457055"/>
                <a:gd name="connsiteY256" fmla="*/ 455152 h 1509195"/>
                <a:gd name="connsiteX257" fmla="*/ 586973 w 2457055"/>
                <a:gd name="connsiteY257" fmla="*/ 458033 h 1509195"/>
                <a:gd name="connsiteX258" fmla="*/ 561110 w 2457055"/>
                <a:gd name="connsiteY258" fmla="*/ 449391 h 1509195"/>
                <a:gd name="connsiteX259" fmla="*/ 555363 w 2457055"/>
                <a:gd name="connsiteY259" fmla="*/ 443629 h 1509195"/>
                <a:gd name="connsiteX260" fmla="*/ 540995 w 2457055"/>
                <a:gd name="connsiteY260" fmla="*/ 446510 h 1509195"/>
                <a:gd name="connsiteX261" fmla="*/ 520879 w 2457055"/>
                <a:gd name="connsiteY261" fmla="*/ 449391 h 1509195"/>
                <a:gd name="connsiteX262" fmla="*/ 518006 w 2457055"/>
                <a:gd name="connsiteY262" fmla="*/ 440748 h 1509195"/>
                <a:gd name="connsiteX263" fmla="*/ 529500 w 2457055"/>
                <a:gd name="connsiteY263" fmla="*/ 432106 h 1509195"/>
                <a:gd name="connsiteX264" fmla="*/ 509385 w 2457055"/>
                <a:gd name="connsiteY264" fmla="*/ 429225 h 1509195"/>
                <a:gd name="connsiteX265" fmla="*/ 492143 w 2457055"/>
                <a:gd name="connsiteY265" fmla="*/ 420583 h 1509195"/>
                <a:gd name="connsiteX266" fmla="*/ 477775 w 2457055"/>
                <a:gd name="connsiteY266" fmla="*/ 423464 h 1509195"/>
                <a:gd name="connsiteX267" fmla="*/ 472027 w 2457055"/>
                <a:gd name="connsiteY267" fmla="*/ 434987 h 1509195"/>
                <a:gd name="connsiteX268" fmla="*/ 480648 w 2457055"/>
                <a:gd name="connsiteY268" fmla="*/ 449391 h 1509195"/>
                <a:gd name="connsiteX269" fmla="*/ 480648 w 2457055"/>
                <a:gd name="connsiteY269" fmla="*/ 460913 h 1509195"/>
                <a:gd name="connsiteX270" fmla="*/ 446165 w 2457055"/>
                <a:gd name="connsiteY270" fmla="*/ 463794 h 1509195"/>
                <a:gd name="connsiteX271" fmla="*/ 397313 w 2457055"/>
                <a:gd name="connsiteY271" fmla="*/ 489720 h 1509195"/>
                <a:gd name="connsiteX272" fmla="*/ 388692 w 2457055"/>
                <a:gd name="connsiteY272" fmla="*/ 481078 h 1509195"/>
                <a:gd name="connsiteX273" fmla="*/ 397313 w 2457055"/>
                <a:gd name="connsiteY273" fmla="*/ 469555 h 1509195"/>
                <a:gd name="connsiteX274" fmla="*/ 394439 w 2457055"/>
                <a:gd name="connsiteY274" fmla="*/ 452271 h 1509195"/>
                <a:gd name="connsiteX275" fmla="*/ 405934 w 2457055"/>
                <a:gd name="connsiteY275" fmla="*/ 432106 h 1509195"/>
                <a:gd name="connsiteX276" fmla="*/ 431797 w 2457055"/>
                <a:gd name="connsiteY276" fmla="*/ 426345 h 1509195"/>
                <a:gd name="connsiteX277" fmla="*/ 428923 w 2457055"/>
                <a:gd name="connsiteY277" fmla="*/ 417703 h 1509195"/>
                <a:gd name="connsiteX278" fmla="*/ 414555 w 2457055"/>
                <a:gd name="connsiteY278" fmla="*/ 411941 h 1509195"/>
                <a:gd name="connsiteX279" fmla="*/ 394439 w 2457055"/>
                <a:gd name="connsiteY279" fmla="*/ 426345 h 1509195"/>
                <a:gd name="connsiteX280" fmla="*/ 382945 w 2457055"/>
                <a:gd name="connsiteY280" fmla="*/ 440748 h 1509195"/>
                <a:gd name="connsiteX281" fmla="*/ 365703 w 2457055"/>
                <a:gd name="connsiteY281" fmla="*/ 458033 h 1509195"/>
                <a:gd name="connsiteX282" fmla="*/ 351335 w 2457055"/>
                <a:gd name="connsiteY282" fmla="*/ 472436 h 1509195"/>
                <a:gd name="connsiteX283" fmla="*/ 331219 w 2457055"/>
                <a:gd name="connsiteY283" fmla="*/ 489720 h 1509195"/>
                <a:gd name="connsiteX284" fmla="*/ 348461 w 2457055"/>
                <a:gd name="connsiteY284" fmla="*/ 498363 h 1509195"/>
                <a:gd name="connsiteX285" fmla="*/ 336967 w 2457055"/>
                <a:gd name="connsiteY285" fmla="*/ 512766 h 1509195"/>
                <a:gd name="connsiteX286" fmla="*/ 328346 w 2457055"/>
                <a:gd name="connsiteY286" fmla="*/ 530050 h 1509195"/>
                <a:gd name="connsiteX287" fmla="*/ 311104 w 2457055"/>
                <a:gd name="connsiteY287" fmla="*/ 535812 h 1509195"/>
                <a:gd name="connsiteX288" fmla="*/ 282368 w 2457055"/>
                <a:gd name="connsiteY288" fmla="*/ 553096 h 1509195"/>
                <a:gd name="connsiteX289" fmla="*/ 273747 w 2457055"/>
                <a:gd name="connsiteY289" fmla="*/ 564619 h 1509195"/>
                <a:gd name="connsiteX290" fmla="*/ 230642 w 2457055"/>
                <a:gd name="connsiteY290" fmla="*/ 590545 h 1509195"/>
                <a:gd name="connsiteX291" fmla="*/ 216274 w 2457055"/>
                <a:gd name="connsiteY291" fmla="*/ 604949 h 1509195"/>
                <a:gd name="connsiteX292" fmla="*/ 193285 w 2457055"/>
                <a:gd name="connsiteY292" fmla="*/ 613591 h 1509195"/>
                <a:gd name="connsiteX293" fmla="*/ 176043 w 2457055"/>
                <a:gd name="connsiteY293" fmla="*/ 616472 h 1509195"/>
                <a:gd name="connsiteX294" fmla="*/ 155928 w 2457055"/>
                <a:gd name="connsiteY294" fmla="*/ 622233 h 1509195"/>
                <a:gd name="connsiteX295" fmla="*/ 147307 w 2457055"/>
                <a:gd name="connsiteY295" fmla="*/ 622233 h 1509195"/>
                <a:gd name="connsiteX296" fmla="*/ 118570 w 2457055"/>
                <a:gd name="connsiteY296" fmla="*/ 639517 h 1509195"/>
                <a:gd name="connsiteX297" fmla="*/ 135812 w 2457055"/>
                <a:gd name="connsiteY297" fmla="*/ 613591 h 1509195"/>
                <a:gd name="connsiteX298" fmla="*/ 173169 w 2457055"/>
                <a:gd name="connsiteY298" fmla="*/ 607830 h 1509195"/>
                <a:gd name="connsiteX299" fmla="*/ 213400 w 2457055"/>
                <a:gd name="connsiteY299" fmla="*/ 576142 h 1509195"/>
                <a:gd name="connsiteX300" fmla="*/ 245010 w 2457055"/>
                <a:gd name="connsiteY300" fmla="*/ 550215 h 1509195"/>
                <a:gd name="connsiteX301" fmla="*/ 253631 w 2457055"/>
                <a:gd name="connsiteY301" fmla="*/ 512766 h 1509195"/>
                <a:gd name="connsiteX302" fmla="*/ 253631 w 2457055"/>
                <a:gd name="connsiteY302" fmla="*/ 501243 h 1509195"/>
                <a:gd name="connsiteX303" fmla="*/ 224895 w 2457055"/>
                <a:gd name="connsiteY303" fmla="*/ 498363 h 1509195"/>
                <a:gd name="connsiteX304" fmla="*/ 216274 w 2457055"/>
                <a:gd name="connsiteY304" fmla="*/ 509885 h 1509195"/>
                <a:gd name="connsiteX305" fmla="*/ 201906 w 2457055"/>
                <a:gd name="connsiteY305" fmla="*/ 507005 h 1509195"/>
                <a:gd name="connsiteX306" fmla="*/ 167422 w 2457055"/>
                <a:gd name="connsiteY306" fmla="*/ 504124 h 1509195"/>
                <a:gd name="connsiteX307" fmla="*/ 141559 w 2457055"/>
                <a:gd name="connsiteY307" fmla="*/ 507005 h 1509195"/>
                <a:gd name="connsiteX308" fmla="*/ 144433 w 2457055"/>
                <a:gd name="connsiteY308" fmla="*/ 481078 h 1509195"/>
                <a:gd name="connsiteX309" fmla="*/ 132939 w 2457055"/>
                <a:gd name="connsiteY309" fmla="*/ 455152 h 1509195"/>
                <a:gd name="connsiteX310" fmla="*/ 121444 w 2457055"/>
                <a:gd name="connsiteY310" fmla="*/ 463794 h 1509195"/>
                <a:gd name="connsiteX311" fmla="*/ 92708 w 2457055"/>
                <a:gd name="connsiteY311" fmla="*/ 469555 h 1509195"/>
                <a:gd name="connsiteX312" fmla="*/ 63971 w 2457055"/>
                <a:gd name="connsiteY312" fmla="*/ 440748 h 1509195"/>
                <a:gd name="connsiteX313" fmla="*/ 63971 w 2457055"/>
                <a:gd name="connsiteY313" fmla="*/ 417703 h 1509195"/>
                <a:gd name="connsiteX314" fmla="*/ 40982 w 2457055"/>
                <a:gd name="connsiteY314" fmla="*/ 403299 h 1509195"/>
                <a:gd name="connsiteX315" fmla="*/ 52477 w 2457055"/>
                <a:gd name="connsiteY315" fmla="*/ 380253 h 1509195"/>
                <a:gd name="connsiteX316" fmla="*/ 78340 w 2457055"/>
                <a:gd name="connsiteY316" fmla="*/ 362969 h 1509195"/>
                <a:gd name="connsiteX317" fmla="*/ 86960 w 2457055"/>
                <a:gd name="connsiteY317" fmla="*/ 339923 h 1509195"/>
                <a:gd name="connsiteX318" fmla="*/ 118570 w 2457055"/>
                <a:gd name="connsiteY318" fmla="*/ 348566 h 1509195"/>
                <a:gd name="connsiteX319" fmla="*/ 130065 w 2457055"/>
                <a:gd name="connsiteY319" fmla="*/ 328401 h 1509195"/>
                <a:gd name="connsiteX320" fmla="*/ 161675 w 2457055"/>
                <a:gd name="connsiteY320" fmla="*/ 325520 h 1509195"/>
                <a:gd name="connsiteX321" fmla="*/ 158801 w 2457055"/>
                <a:gd name="connsiteY321" fmla="*/ 293832 h 1509195"/>
                <a:gd name="connsiteX322" fmla="*/ 164549 w 2457055"/>
                <a:gd name="connsiteY322" fmla="*/ 276548 h 1509195"/>
                <a:gd name="connsiteX323" fmla="*/ 121444 w 2457055"/>
                <a:gd name="connsiteY323" fmla="*/ 290951 h 1509195"/>
                <a:gd name="connsiteX324" fmla="*/ 101329 w 2457055"/>
                <a:gd name="connsiteY324" fmla="*/ 288071 h 1509195"/>
                <a:gd name="connsiteX325" fmla="*/ 49603 w 2457055"/>
                <a:gd name="connsiteY325" fmla="*/ 288071 h 1509195"/>
                <a:gd name="connsiteX326" fmla="*/ 29488 w 2457055"/>
                <a:gd name="connsiteY326" fmla="*/ 270786 h 1509195"/>
                <a:gd name="connsiteX327" fmla="*/ 35235 w 2457055"/>
                <a:gd name="connsiteY327" fmla="*/ 259264 h 1509195"/>
                <a:gd name="connsiteX328" fmla="*/ 751 w 2457055"/>
                <a:gd name="connsiteY328" fmla="*/ 244860 h 1509195"/>
                <a:gd name="connsiteX329" fmla="*/ 32361 w 2457055"/>
                <a:gd name="connsiteY329" fmla="*/ 227576 h 1509195"/>
                <a:gd name="connsiteX330" fmla="*/ 52477 w 2457055"/>
                <a:gd name="connsiteY330" fmla="*/ 224695 h 1509195"/>
                <a:gd name="connsiteX331" fmla="*/ 66845 w 2457055"/>
                <a:gd name="connsiteY331" fmla="*/ 210292 h 1509195"/>
                <a:gd name="connsiteX332" fmla="*/ 95581 w 2457055"/>
                <a:gd name="connsiteY332" fmla="*/ 207411 h 1509195"/>
                <a:gd name="connsiteX333" fmla="*/ 95581 w 2457055"/>
                <a:gd name="connsiteY333" fmla="*/ 224695 h 1509195"/>
                <a:gd name="connsiteX334" fmla="*/ 127191 w 2457055"/>
                <a:gd name="connsiteY334" fmla="*/ 227576 h 1509195"/>
                <a:gd name="connsiteX335" fmla="*/ 147307 w 2457055"/>
                <a:gd name="connsiteY335" fmla="*/ 221814 h 1509195"/>
                <a:gd name="connsiteX336" fmla="*/ 176043 w 2457055"/>
                <a:gd name="connsiteY336" fmla="*/ 213172 h 1509195"/>
                <a:gd name="connsiteX337" fmla="*/ 150180 w 2457055"/>
                <a:gd name="connsiteY337" fmla="*/ 207411 h 1509195"/>
                <a:gd name="connsiteX338" fmla="*/ 144433 w 2457055"/>
                <a:gd name="connsiteY338" fmla="*/ 187246 h 1509195"/>
                <a:gd name="connsiteX339" fmla="*/ 101329 w 2457055"/>
                <a:gd name="connsiteY339" fmla="*/ 184365 h 1509195"/>
                <a:gd name="connsiteX340" fmla="*/ 63971 w 2457055"/>
                <a:gd name="connsiteY340" fmla="*/ 144035 h 1509195"/>
                <a:gd name="connsiteX341" fmla="*/ 35235 w 2457055"/>
                <a:gd name="connsiteY341" fmla="*/ 126751 h 1509195"/>
                <a:gd name="connsiteX342" fmla="*/ 43856 w 2457055"/>
                <a:gd name="connsiteY342" fmla="*/ 109467 h 1509195"/>
                <a:gd name="connsiteX343" fmla="*/ 104202 w 2457055"/>
                <a:gd name="connsiteY343" fmla="*/ 97944 h 1509195"/>
                <a:gd name="connsiteX344" fmla="*/ 112823 w 2457055"/>
                <a:gd name="connsiteY344" fmla="*/ 72018 h 1509195"/>
                <a:gd name="connsiteX345" fmla="*/ 141559 w 2457055"/>
                <a:gd name="connsiteY345" fmla="*/ 48972 h 1509195"/>
                <a:gd name="connsiteX346" fmla="*/ 178917 w 2457055"/>
                <a:gd name="connsiteY346" fmla="*/ 43211 h 1509195"/>
                <a:gd name="connsiteX347" fmla="*/ 196159 w 2457055"/>
                <a:gd name="connsiteY347" fmla="*/ 43211 h 1509195"/>
                <a:gd name="connsiteX348" fmla="*/ 190411 w 2457055"/>
                <a:gd name="connsiteY348" fmla="*/ 31688 h 1509195"/>
                <a:gd name="connsiteX349" fmla="*/ 213400 w 2457055"/>
                <a:gd name="connsiteY349" fmla="*/ 25926 h 1509195"/>
                <a:gd name="connsiteX350" fmla="*/ 250758 w 2457055"/>
                <a:gd name="connsiteY350" fmla="*/ 17284 h 1509195"/>
                <a:gd name="connsiteX351" fmla="*/ 276620 w 2457055"/>
                <a:gd name="connsiteY351" fmla="*/ 0 h 150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2457055" h="1509195">
                  <a:moveTo>
                    <a:pt x="1772175" y="816496"/>
                  </a:moveTo>
                  <a:cubicBezTo>
                    <a:pt x="1773253" y="815687"/>
                    <a:pt x="1774510" y="815687"/>
                    <a:pt x="1775947" y="817126"/>
                  </a:cubicBezTo>
                  <a:cubicBezTo>
                    <a:pt x="1784569" y="822880"/>
                    <a:pt x="1778821" y="831512"/>
                    <a:pt x="1787443" y="837267"/>
                  </a:cubicBezTo>
                  <a:cubicBezTo>
                    <a:pt x="1796064" y="840144"/>
                    <a:pt x="1801812" y="845898"/>
                    <a:pt x="1807560" y="843021"/>
                  </a:cubicBezTo>
                  <a:cubicBezTo>
                    <a:pt x="1813308" y="840144"/>
                    <a:pt x="1821929" y="834389"/>
                    <a:pt x="1830551" y="843021"/>
                  </a:cubicBezTo>
                  <a:cubicBezTo>
                    <a:pt x="1839172" y="854530"/>
                    <a:pt x="1844920" y="845898"/>
                    <a:pt x="1850668" y="851653"/>
                  </a:cubicBezTo>
                  <a:cubicBezTo>
                    <a:pt x="1856416" y="857408"/>
                    <a:pt x="1865037" y="863162"/>
                    <a:pt x="1870785" y="854530"/>
                  </a:cubicBezTo>
                  <a:cubicBezTo>
                    <a:pt x="1876533" y="848776"/>
                    <a:pt x="1896650" y="857408"/>
                    <a:pt x="1905272" y="860285"/>
                  </a:cubicBezTo>
                  <a:cubicBezTo>
                    <a:pt x="1902398" y="863162"/>
                    <a:pt x="1896650" y="866039"/>
                    <a:pt x="1893776" y="866039"/>
                  </a:cubicBezTo>
                  <a:cubicBezTo>
                    <a:pt x="1873659" y="863162"/>
                    <a:pt x="1836299" y="886180"/>
                    <a:pt x="1844920" y="894812"/>
                  </a:cubicBezTo>
                  <a:cubicBezTo>
                    <a:pt x="1853542" y="903444"/>
                    <a:pt x="1865037" y="891935"/>
                    <a:pt x="1876533" y="900567"/>
                  </a:cubicBezTo>
                  <a:cubicBezTo>
                    <a:pt x="1888028" y="912076"/>
                    <a:pt x="1913893" y="889058"/>
                    <a:pt x="1931136" y="877548"/>
                  </a:cubicBezTo>
                  <a:cubicBezTo>
                    <a:pt x="1948380" y="868917"/>
                    <a:pt x="1928263" y="891935"/>
                    <a:pt x="1939758" y="891935"/>
                  </a:cubicBezTo>
                  <a:cubicBezTo>
                    <a:pt x="1951254" y="891935"/>
                    <a:pt x="1945506" y="900567"/>
                    <a:pt x="1957001" y="906321"/>
                  </a:cubicBezTo>
                  <a:cubicBezTo>
                    <a:pt x="1971371" y="912076"/>
                    <a:pt x="1985740" y="897689"/>
                    <a:pt x="2002983" y="897689"/>
                  </a:cubicBezTo>
                  <a:cubicBezTo>
                    <a:pt x="2017353" y="897689"/>
                    <a:pt x="2017353" y="914953"/>
                    <a:pt x="2025974" y="909198"/>
                  </a:cubicBezTo>
                  <a:cubicBezTo>
                    <a:pt x="2025974" y="906321"/>
                    <a:pt x="2025974" y="906321"/>
                    <a:pt x="2028848" y="903444"/>
                  </a:cubicBezTo>
                  <a:cubicBezTo>
                    <a:pt x="2031722" y="906321"/>
                    <a:pt x="2037470" y="909198"/>
                    <a:pt x="2040344" y="914953"/>
                  </a:cubicBezTo>
                  <a:cubicBezTo>
                    <a:pt x="2040344" y="914953"/>
                    <a:pt x="2037470" y="914953"/>
                    <a:pt x="2037470" y="917830"/>
                  </a:cubicBezTo>
                  <a:cubicBezTo>
                    <a:pt x="2037470" y="923585"/>
                    <a:pt x="2011605" y="920708"/>
                    <a:pt x="1988614" y="926462"/>
                  </a:cubicBezTo>
                  <a:cubicBezTo>
                    <a:pt x="1965623" y="932217"/>
                    <a:pt x="1942632" y="958112"/>
                    <a:pt x="1951254" y="958112"/>
                  </a:cubicBezTo>
                  <a:cubicBezTo>
                    <a:pt x="1962749" y="958112"/>
                    <a:pt x="1951254" y="978253"/>
                    <a:pt x="1945506" y="998394"/>
                  </a:cubicBezTo>
                  <a:cubicBezTo>
                    <a:pt x="1939758" y="1030044"/>
                    <a:pt x="1948380" y="1055939"/>
                    <a:pt x="1965623" y="1044430"/>
                  </a:cubicBezTo>
                  <a:cubicBezTo>
                    <a:pt x="1979992" y="1035799"/>
                    <a:pt x="1985740" y="1027167"/>
                    <a:pt x="1982866" y="1009903"/>
                  </a:cubicBezTo>
                  <a:cubicBezTo>
                    <a:pt x="1977118" y="992639"/>
                    <a:pt x="1982866" y="969621"/>
                    <a:pt x="1988614" y="958112"/>
                  </a:cubicBezTo>
                  <a:cubicBezTo>
                    <a:pt x="1994362" y="946603"/>
                    <a:pt x="2008731" y="955235"/>
                    <a:pt x="2014479" y="940848"/>
                  </a:cubicBezTo>
                  <a:cubicBezTo>
                    <a:pt x="2017353" y="926462"/>
                    <a:pt x="2037470" y="926462"/>
                    <a:pt x="2051839" y="943726"/>
                  </a:cubicBezTo>
                  <a:cubicBezTo>
                    <a:pt x="2063335" y="963867"/>
                    <a:pt x="2043217" y="975376"/>
                    <a:pt x="2040344" y="989762"/>
                  </a:cubicBezTo>
                  <a:cubicBezTo>
                    <a:pt x="2037470" y="1001271"/>
                    <a:pt x="2054713" y="981130"/>
                    <a:pt x="2066208" y="984008"/>
                  </a:cubicBezTo>
                  <a:cubicBezTo>
                    <a:pt x="2080578" y="989762"/>
                    <a:pt x="2069082" y="1012780"/>
                    <a:pt x="2074830" y="1015658"/>
                  </a:cubicBezTo>
                  <a:cubicBezTo>
                    <a:pt x="2074830" y="1021412"/>
                    <a:pt x="2074830" y="1030044"/>
                    <a:pt x="2080578" y="1032921"/>
                  </a:cubicBezTo>
                  <a:cubicBezTo>
                    <a:pt x="2074830" y="1038676"/>
                    <a:pt x="2071956" y="1038676"/>
                    <a:pt x="2069082" y="1035799"/>
                  </a:cubicBezTo>
                  <a:cubicBezTo>
                    <a:pt x="2066208" y="1030044"/>
                    <a:pt x="2051839" y="1027167"/>
                    <a:pt x="2051839" y="1041553"/>
                  </a:cubicBezTo>
                  <a:cubicBezTo>
                    <a:pt x="2051839" y="1058817"/>
                    <a:pt x="2080578" y="1064571"/>
                    <a:pt x="2100695" y="1053062"/>
                  </a:cubicBezTo>
                  <a:cubicBezTo>
                    <a:pt x="2117938" y="1044430"/>
                    <a:pt x="2152425" y="1027167"/>
                    <a:pt x="2155299" y="1018535"/>
                  </a:cubicBezTo>
                  <a:cubicBezTo>
                    <a:pt x="2158172" y="1015658"/>
                    <a:pt x="2161046" y="1015658"/>
                    <a:pt x="2163920" y="1012780"/>
                  </a:cubicBezTo>
                  <a:cubicBezTo>
                    <a:pt x="2163920" y="1009903"/>
                    <a:pt x="2161046" y="1007026"/>
                    <a:pt x="2161046" y="1004149"/>
                  </a:cubicBezTo>
                  <a:cubicBezTo>
                    <a:pt x="2166794" y="1001271"/>
                    <a:pt x="2172542" y="1001271"/>
                    <a:pt x="2181163" y="1001271"/>
                  </a:cubicBezTo>
                  <a:cubicBezTo>
                    <a:pt x="2207028" y="1001271"/>
                    <a:pt x="2235767" y="992639"/>
                    <a:pt x="2227145" y="978253"/>
                  </a:cubicBezTo>
                  <a:cubicBezTo>
                    <a:pt x="2227145" y="978253"/>
                    <a:pt x="2227145" y="978253"/>
                    <a:pt x="2227145" y="975376"/>
                  </a:cubicBezTo>
                  <a:cubicBezTo>
                    <a:pt x="2235767" y="966744"/>
                    <a:pt x="2255884" y="952358"/>
                    <a:pt x="2258758" y="952358"/>
                  </a:cubicBezTo>
                  <a:cubicBezTo>
                    <a:pt x="2264506" y="952358"/>
                    <a:pt x="2342100" y="952358"/>
                    <a:pt x="2342100" y="952358"/>
                  </a:cubicBezTo>
                  <a:cubicBezTo>
                    <a:pt x="2342100" y="952358"/>
                    <a:pt x="2367965" y="935094"/>
                    <a:pt x="2373713" y="920708"/>
                  </a:cubicBezTo>
                  <a:cubicBezTo>
                    <a:pt x="2376587" y="903444"/>
                    <a:pt x="2393830" y="868917"/>
                    <a:pt x="2402452" y="877548"/>
                  </a:cubicBezTo>
                  <a:cubicBezTo>
                    <a:pt x="2413947" y="883303"/>
                    <a:pt x="2434064" y="877548"/>
                    <a:pt x="2434064" y="886180"/>
                  </a:cubicBezTo>
                  <a:cubicBezTo>
                    <a:pt x="2436938" y="891935"/>
                    <a:pt x="2428316" y="917830"/>
                    <a:pt x="2457055" y="952358"/>
                  </a:cubicBezTo>
                  <a:cubicBezTo>
                    <a:pt x="2448434" y="958112"/>
                    <a:pt x="2442686" y="963867"/>
                    <a:pt x="2436938" y="966744"/>
                  </a:cubicBezTo>
                  <a:cubicBezTo>
                    <a:pt x="2425443" y="978253"/>
                    <a:pt x="2413947" y="958112"/>
                    <a:pt x="2408199" y="966744"/>
                  </a:cubicBezTo>
                  <a:cubicBezTo>
                    <a:pt x="2399578" y="972499"/>
                    <a:pt x="2399578" y="984008"/>
                    <a:pt x="2390956" y="984008"/>
                  </a:cubicBezTo>
                  <a:cubicBezTo>
                    <a:pt x="2382334" y="984008"/>
                    <a:pt x="2385208" y="989762"/>
                    <a:pt x="2376587" y="992639"/>
                  </a:cubicBezTo>
                  <a:cubicBezTo>
                    <a:pt x="2365091" y="995517"/>
                    <a:pt x="2356470" y="1012780"/>
                    <a:pt x="2359343" y="1018535"/>
                  </a:cubicBezTo>
                  <a:cubicBezTo>
                    <a:pt x="2362217" y="1024289"/>
                    <a:pt x="2347848" y="1030044"/>
                    <a:pt x="2356470" y="1030044"/>
                  </a:cubicBezTo>
                  <a:cubicBezTo>
                    <a:pt x="2365091" y="1032921"/>
                    <a:pt x="2370839" y="1044430"/>
                    <a:pt x="2362217" y="1050185"/>
                  </a:cubicBezTo>
                  <a:cubicBezTo>
                    <a:pt x="2356470" y="1053062"/>
                    <a:pt x="2347848" y="1055939"/>
                    <a:pt x="2342100" y="1047308"/>
                  </a:cubicBezTo>
                  <a:cubicBezTo>
                    <a:pt x="2336353" y="1041553"/>
                    <a:pt x="2344974" y="1058817"/>
                    <a:pt x="2330605" y="1058817"/>
                  </a:cubicBezTo>
                  <a:cubicBezTo>
                    <a:pt x="2319109" y="1058817"/>
                    <a:pt x="2293244" y="1064571"/>
                    <a:pt x="2293244" y="1070326"/>
                  </a:cubicBezTo>
                  <a:cubicBezTo>
                    <a:pt x="2293244" y="1076080"/>
                    <a:pt x="2333479" y="1061694"/>
                    <a:pt x="2327731" y="1073203"/>
                  </a:cubicBezTo>
                  <a:cubicBezTo>
                    <a:pt x="2327731" y="1076080"/>
                    <a:pt x="2304740" y="1081835"/>
                    <a:pt x="2293244" y="1081835"/>
                  </a:cubicBezTo>
                  <a:cubicBezTo>
                    <a:pt x="2281749" y="1081835"/>
                    <a:pt x="2273127" y="1084712"/>
                    <a:pt x="2281749" y="1087590"/>
                  </a:cubicBezTo>
                  <a:cubicBezTo>
                    <a:pt x="2287497" y="1093344"/>
                    <a:pt x="2276001" y="1107730"/>
                    <a:pt x="2267380" y="1119240"/>
                  </a:cubicBezTo>
                  <a:cubicBezTo>
                    <a:pt x="2258758" y="1127871"/>
                    <a:pt x="2255884" y="1127871"/>
                    <a:pt x="2250136" y="1119240"/>
                  </a:cubicBezTo>
                  <a:cubicBezTo>
                    <a:pt x="2244389" y="1113485"/>
                    <a:pt x="2244389" y="1127871"/>
                    <a:pt x="2250136" y="1130749"/>
                  </a:cubicBezTo>
                  <a:cubicBezTo>
                    <a:pt x="2255884" y="1130749"/>
                    <a:pt x="2253010" y="1145135"/>
                    <a:pt x="2244389" y="1162399"/>
                  </a:cubicBezTo>
                  <a:cubicBezTo>
                    <a:pt x="2238641" y="1176785"/>
                    <a:pt x="2232893" y="1179662"/>
                    <a:pt x="2235767" y="1168153"/>
                  </a:cubicBezTo>
                  <a:cubicBezTo>
                    <a:pt x="2238641" y="1156644"/>
                    <a:pt x="2235767" y="1148012"/>
                    <a:pt x="2227145" y="1139380"/>
                  </a:cubicBezTo>
                  <a:cubicBezTo>
                    <a:pt x="2221398" y="1130749"/>
                    <a:pt x="2227145" y="1122117"/>
                    <a:pt x="2230019" y="1116362"/>
                  </a:cubicBezTo>
                  <a:cubicBezTo>
                    <a:pt x="2232893" y="1110608"/>
                    <a:pt x="2224271" y="1110608"/>
                    <a:pt x="2221398" y="1116362"/>
                  </a:cubicBezTo>
                  <a:cubicBezTo>
                    <a:pt x="2218524" y="1122117"/>
                    <a:pt x="2224271" y="1145135"/>
                    <a:pt x="2218524" y="1148012"/>
                  </a:cubicBezTo>
                  <a:cubicBezTo>
                    <a:pt x="2212776" y="1148012"/>
                    <a:pt x="2201280" y="1150890"/>
                    <a:pt x="2209902" y="1156644"/>
                  </a:cubicBezTo>
                  <a:cubicBezTo>
                    <a:pt x="2215650" y="1162399"/>
                    <a:pt x="2230019" y="1171030"/>
                    <a:pt x="2224271" y="1176785"/>
                  </a:cubicBezTo>
                  <a:cubicBezTo>
                    <a:pt x="2218524" y="1182540"/>
                    <a:pt x="2215650" y="1188294"/>
                    <a:pt x="2224271" y="1188294"/>
                  </a:cubicBezTo>
                  <a:cubicBezTo>
                    <a:pt x="2235767" y="1188294"/>
                    <a:pt x="2241515" y="1202680"/>
                    <a:pt x="2232893" y="1205558"/>
                  </a:cubicBezTo>
                  <a:cubicBezTo>
                    <a:pt x="2227145" y="1208435"/>
                    <a:pt x="2230019" y="1211312"/>
                    <a:pt x="2241515" y="1214190"/>
                  </a:cubicBezTo>
                  <a:cubicBezTo>
                    <a:pt x="2253010" y="1214190"/>
                    <a:pt x="2241515" y="1222821"/>
                    <a:pt x="2235767" y="1228576"/>
                  </a:cubicBezTo>
                  <a:cubicBezTo>
                    <a:pt x="2230019" y="1231453"/>
                    <a:pt x="2221398" y="1231453"/>
                    <a:pt x="2218524" y="1225699"/>
                  </a:cubicBezTo>
                  <a:cubicBezTo>
                    <a:pt x="2215650" y="1222821"/>
                    <a:pt x="2209902" y="1228576"/>
                    <a:pt x="2212776" y="1234331"/>
                  </a:cubicBezTo>
                  <a:cubicBezTo>
                    <a:pt x="2215650" y="1242962"/>
                    <a:pt x="2224271" y="1248717"/>
                    <a:pt x="2209902" y="1251594"/>
                  </a:cubicBezTo>
                  <a:cubicBezTo>
                    <a:pt x="2195533" y="1254471"/>
                    <a:pt x="2186911" y="1263103"/>
                    <a:pt x="2184037" y="1268858"/>
                  </a:cubicBezTo>
                  <a:cubicBezTo>
                    <a:pt x="2184037" y="1274612"/>
                    <a:pt x="2175416" y="1274612"/>
                    <a:pt x="2169668" y="1274612"/>
                  </a:cubicBezTo>
                  <a:cubicBezTo>
                    <a:pt x="2163920" y="1274612"/>
                    <a:pt x="2152425" y="1286121"/>
                    <a:pt x="2149551" y="1294753"/>
                  </a:cubicBezTo>
                  <a:cubicBezTo>
                    <a:pt x="2149551" y="1303385"/>
                    <a:pt x="2138055" y="1297631"/>
                    <a:pt x="2129434" y="1306262"/>
                  </a:cubicBezTo>
                  <a:cubicBezTo>
                    <a:pt x="2120812" y="1314894"/>
                    <a:pt x="2100695" y="1340790"/>
                    <a:pt x="2100695" y="1355176"/>
                  </a:cubicBezTo>
                  <a:cubicBezTo>
                    <a:pt x="2100695" y="1372440"/>
                    <a:pt x="2106443" y="1392581"/>
                    <a:pt x="2115064" y="1404090"/>
                  </a:cubicBezTo>
                  <a:cubicBezTo>
                    <a:pt x="2123686" y="1415599"/>
                    <a:pt x="2115064" y="1418476"/>
                    <a:pt x="2120812" y="1427108"/>
                  </a:cubicBezTo>
                  <a:cubicBezTo>
                    <a:pt x="2126560" y="1435740"/>
                    <a:pt x="2135181" y="1467390"/>
                    <a:pt x="2135181" y="1476022"/>
                  </a:cubicBezTo>
                  <a:cubicBezTo>
                    <a:pt x="2132308" y="1484653"/>
                    <a:pt x="2123686" y="1496163"/>
                    <a:pt x="2123686" y="1504794"/>
                  </a:cubicBezTo>
                  <a:cubicBezTo>
                    <a:pt x="2123686" y="1513426"/>
                    <a:pt x="2106443" y="1507672"/>
                    <a:pt x="2106443" y="1501917"/>
                  </a:cubicBezTo>
                  <a:cubicBezTo>
                    <a:pt x="2103569" y="1496163"/>
                    <a:pt x="2097821" y="1481776"/>
                    <a:pt x="2089199" y="1478899"/>
                  </a:cubicBezTo>
                  <a:cubicBezTo>
                    <a:pt x="2080578" y="1478899"/>
                    <a:pt x="2089199" y="1461635"/>
                    <a:pt x="2077704" y="1455881"/>
                  </a:cubicBezTo>
                  <a:cubicBezTo>
                    <a:pt x="2069082" y="1447249"/>
                    <a:pt x="2074830" y="1438617"/>
                    <a:pt x="2069082" y="1429985"/>
                  </a:cubicBezTo>
                  <a:cubicBezTo>
                    <a:pt x="2063335" y="1424231"/>
                    <a:pt x="2077704" y="1412722"/>
                    <a:pt x="2069082" y="1404090"/>
                  </a:cubicBezTo>
                  <a:cubicBezTo>
                    <a:pt x="2060461" y="1395458"/>
                    <a:pt x="2051839" y="1383949"/>
                    <a:pt x="2043217" y="1375317"/>
                  </a:cubicBezTo>
                  <a:cubicBezTo>
                    <a:pt x="2037470" y="1369562"/>
                    <a:pt x="2028848" y="1378194"/>
                    <a:pt x="2023100" y="1383949"/>
                  </a:cubicBezTo>
                  <a:cubicBezTo>
                    <a:pt x="2014479" y="1389703"/>
                    <a:pt x="2005857" y="1386826"/>
                    <a:pt x="2005857" y="1381072"/>
                  </a:cubicBezTo>
                  <a:cubicBezTo>
                    <a:pt x="2002983" y="1375317"/>
                    <a:pt x="1994362" y="1363808"/>
                    <a:pt x="1982866" y="1363808"/>
                  </a:cubicBezTo>
                  <a:cubicBezTo>
                    <a:pt x="1971371" y="1363808"/>
                    <a:pt x="1951254" y="1375317"/>
                    <a:pt x="1951254" y="1369562"/>
                  </a:cubicBezTo>
                  <a:cubicBezTo>
                    <a:pt x="1951254" y="1363808"/>
                    <a:pt x="1945506" y="1355176"/>
                    <a:pt x="1939758" y="1363808"/>
                  </a:cubicBezTo>
                  <a:cubicBezTo>
                    <a:pt x="1936884" y="1369562"/>
                    <a:pt x="1936884" y="1366685"/>
                    <a:pt x="1922515" y="1366685"/>
                  </a:cubicBezTo>
                  <a:cubicBezTo>
                    <a:pt x="1911019" y="1366685"/>
                    <a:pt x="1896650" y="1372440"/>
                    <a:pt x="1902398" y="1378194"/>
                  </a:cubicBezTo>
                  <a:cubicBezTo>
                    <a:pt x="1908145" y="1381072"/>
                    <a:pt x="1899524" y="1383949"/>
                    <a:pt x="1908145" y="1389703"/>
                  </a:cubicBezTo>
                  <a:cubicBezTo>
                    <a:pt x="1913893" y="1395458"/>
                    <a:pt x="1922515" y="1404090"/>
                    <a:pt x="1913893" y="1404090"/>
                  </a:cubicBezTo>
                  <a:cubicBezTo>
                    <a:pt x="1902398" y="1401212"/>
                    <a:pt x="1890902" y="1381072"/>
                    <a:pt x="1890902" y="1386826"/>
                  </a:cubicBezTo>
                  <a:cubicBezTo>
                    <a:pt x="1890902" y="1395458"/>
                    <a:pt x="1890902" y="1395458"/>
                    <a:pt x="1879407" y="1395458"/>
                  </a:cubicBezTo>
                  <a:cubicBezTo>
                    <a:pt x="1870785" y="1395458"/>
                    <a:pt x="1867911" y="1398335"/>
                    <a:pt x="1859290" y="1389703"/>
                  </a:cubicBezTo>
                  <a:cubicBezTo>
                    <a:pt x="1853542" y="1383949"/>
                    <a:pt x="1844920" y="1375317"/>
                    <a:pt x="1844920" y="1383949"/>
                  </a:cubicBezTo>
                  <a:cubicBezTo>
                    <a:pt x="1842046" y="1389703"/>
                    <a:pt x="1827677" y="1389703"/>
                    <a:pt x="1824803" y="1381072"/>
                  </a:cubicBezTo>
                  <a:cubicBezTo>
                    <a:pt x="1819055" y="1375317"/>
                    <a:pt x="1813308" y="1375317"/>
                    <a:pt x="1813308" y="1378194"/>
                  </a:cubicBezTo>
                  <a:cubicBezTo>
                    <a:pt x="1813308" y="1383949"/>
                    <a:pt x="1807560" y="1381072"/>
                    <a:pt x="1798938" y="1378194"/>
                  </a:cubicBezTo>
                  <a:cubicBezTo>
                    <a:pt x="1793191" y="1375317"/>
                    <a:pt x="1796064" y="1389703"/>
                    <a:pt x="1784569" y="1386826"/>
                  </a:cubicBezTo>
                  <a:cubicBezTo>
                    <a:pt x="1775947" y="1386826"/>
                    <a:pt x="1773073" y="1386826"/>
                    <a:pt x="1773073" y="1392581"/>
                  </a:cubicBezTo>
                  <a:cubicBezTo>
                    <a:pt x="1773073" y="1398335"/>
                    <a:pt x="1758704" y="1412722"/>
                    <a:pt x="1750082" y="1412722"/>
                  </a:cubicBezTo>
                  <a:cubicBezTo>
                    <a:pt x="1741461" y="1412722"/>
                    <a:pt x="1735713" y="1412722"/>
                    <a:pt x="1735713" y="1418476"/>
                  </a:cubicBezTo>
                  <a:cubicBezTo>
                    <a:pt x="1735713" y="1424231"/>
                    <a:pt x="1724218" y="1429985"/>
                    <a:pt x="1718470" y="1432862"/>
                  </a:cubicBezTo>
                  <a:cubicBezTo>
                    <a:pt x="1709848" y="1438617"/>
                    <a:pt x="1724218" y="1447249"/>
                    <a:pt x="1712722" y="1455881"/>
                  </a:cubicBezTo>
                  <a:cubicBezTo>
                    <a:pt x="1701227" y="1464512"/>
                    <a:pt x="1718470" y="1467390"/>
                    <a:pt x="1718470" y="1487531"/>
                  </a:cubicBezTo>
                  <a:cubicBezTo>
                    <a:pt x="1715596" y="1484653"/>
                    <a:pt x="1709848" y="1484653"/>
                    <a:pt x="1709848" y="1484653"/>
                  </a:cubicBezTo>
                  <a:cubicBezTo>
                    <a:pt x="1698353" y="1484653"/>
                    <a:pt x="1678236" y="1473144"/>
                    <a:pt x="1675362" y="1473144"/>
                  </a:cubicBezTo>
                  <a:cubicBezTo>
                    <a:pt x="1669614" y="1473144"/>
                    <a:pt x="1672488" y="1461635"/>
                    <a:pt x="1666740" y="1455881"/>
                  </a:cubicBezTo>
                  <a:cubicBezTo>
                    <a:pt x="1663866" y="1453003"/>
                    <a:pt x="1666740" y="1441494"/>
                    <a:pt x="1660992" y="1438617"/>
                  </a:cubicBezTo>
                  <a:cubicBezTo>
                    <a:pt x="1658118" y="1435740"/>
                    <a:pt x="1643749" y="1421353"/>
                    <a:pt x="1638001" y="1406967"/>
                  </a:cubicBezTo>
                  <a:cubicBezTo>
                    <a:pt x="1635127" y="1389703"/>
                    <a:pt x="1606389" y="1381072"/>
                    <a:pt x="1594893" y="1381072"/>
                  </a:cubicBezTo>
                  <a:cubicBezTo>
                    <a:pt x="1586272" y="1381072"/>
                    <a:pt x="1580524" y="1401212"/>
                    <a:pt x="1577650" y="1404090"/>
                  </a:cubicBezTo>
                  <a:cubicBezTo>
                    <a:pt x="1574776" y="1404090"/>
                    <a:pt x="1554659" y="1392581"/>
                    <a:pt x="1548911" y="1389703"/>
                  </a:cubicBezTo>
                  <a:cubicBezTo>
                    <a:pt x="1543164" y="1386826"/>
                    <a:pt x="1540290" y="1381072"/>
                    <a:pt x="1540290" y="1372440"/>
                  </a:cubicBezTo>
                  <a:cubicBezTo>
                    <a:pt x="1540290" y="1366685"/>
                    <a:pt x="1528794" y="1355176"/>
                    <a:pt x="1525920" y="1355176"/>
                  </a:cubicBezTo>
                  <a:cubicBezTo>
                    <a:pt x="1520173" y="1352299"/>
                    <a:pt x="1497182" y="1329281"/>
                    <a:pt x="1497182" y="1329281"/>
                  </a:cubicBezTo>
                  <a:cubicBezTo>
                    <a:pt x="1497182" y="1329281"/>
                    <a:pt x="1497182" y="1329281"/>
                    <a:pt x="1459821" y="1329281"/>
                  </a:cubicBezTo>
                  <a:cubicBezTo>
                    <a:pt x="1459821" y="1329281"/>
                    <a:pt x="1459821" y="1329281"/>
                    <a:pt x="1451200" y="1340790"/>
                  </a:cubicBezTo>
                  <a:cubicBezTo>
                    <a:pt x="1451200" y="1340790"/>
                    <a:pt x="1451200" y="1340790"/>
                    <a:pt x="1382227" y="1340790"/>
                  </a:cubicBezTo>
                  <a:cubicBezTo>
                    <a:pt x="1382227" y="1340790"/>
                    <a:pt x="1330497" y="1320649"/>
                    <a:pt x="1319001" y="1317771"/>
                  </a:cubicBezTo>
                  <a:cubicBezTo>
                    <a:pt x="1310380" y="1317771"/>
                    <a:pt x="1293137" y="1306262"/>
                    <a:pt x="1293137" y="1306262"/>
                  </a:cubicBezTo>
                  <a:cubicBezTo>
                    <a:pt x="1293137" y="1306262"/>
                    <a:pt x="1293137" y="1306262"/>
                    <a:pt x="1238533" y="1312017"/>
                  </a:cubicBezTo>
                  <a:cubicBezTo>
                    <a:pt x="1235659" y="1306262"/>
                    <a:pt x="1232785" y="1300508"/>
                    <a:pt x="1232785" y="1297631"/>
                  </a:cubicBezTo>
                  <a:cubicBezTo>
                    <a:pt x="1229911" y="1286121"/>
                    <a:pt x="1215542" y="1271735"/>
                    <a:pt x="1209794" y="1268858"/>
                  </a:cubicBezTo>
                  <a:cubicBezTo>
                    <a:pt x="1204047" y="1268858"/>
                    <a:pt x="1198299" y="1271735"/>
                    <a:pt x="1189677" y="1265981"/>
                  </a:cubicBezTo>
                  <a:cubicBezTo>
                    <a:pt x="1178182" y="1260226"/>
                    <a:pt x="1169560" y="1254471"/>
                    <a:pt x="1158065" y="1254471"/>
                  </a:cubicBezTo>
                  <a:cubicBezTo>
                    <a:pt x="1149443" y="1254471"/>
                    <a:pt x="1160938" y="1242962"/>
                    <a:pt x="1146569" y="1231453"/>
                  </a:cubicBezTo>
                  <a:cubicBezTo>
                    <a:pt x="1132200" y="1217067"/>
                    <a:pt x="1120704" y="1208435"/>
                    <a:pt x="1120704" y="1202680"/>
                  </a:cubicBezTo>
                  <a:cubicBezTo>
                    <a:pt x="1120704" y="1196926"/>
                    <a:pt x="1126452" y="1188294"/>
                    <a:pt x="1117830" y="1185417"/>
                  </a:cubicBezTo>
                  <a:cubicBezTo>
                    <a:pt x="1109209" y="1179662"/>
                    <a:pt x="1109209" y="1179662"/>
                    <a:pt x="1109209" y="1168153"/>
                  </a:cubicBezTo>
                  <a:cubicBezTo>
                    <a:pt x="1109209" y="1159521"/>
                    <a:pt x="1103461" y="1165276"/>
                    <a:pt x="1097713" y="1156644"/>
                  </a:cubicBezTo>
                  <a:cubicBezTo>
                    <a:pt x="1091965" y="1145135"/>
                    <a:pt x="1086218" y="1139380"/>
                    <a:pt x="1077596" y="1136503"/>
                  </a:cubicBezTo>
                  <a:cubicBezTo>
                    <a:pt x="1071848" y="1130749"/>
                    <a:pt x="1077596" y="1113485"/>
                    <a:pt x="1071848" y="1104853"/>
                  </a:cubicBezTo>
                  <a:cubicBezTo>
                    <a:pt x="1066101" y="1093344"/>
                    <a:pt x="1063227" y="1084712"/>
                    <a:pt x="1068974" y="1073203"/>
                  </a:cubicBezTo>
                  <a:cubicBezTo>
                    <a:pt x="1071848" y="1058817"/>
                    <a:pt x="1066101" y="1044430"/>
                    <a:pt x="1060353" y="1032921"/>
                  </a:cubicBezTo>
                  <a:cubicBezTo>
                    <a:pt x="1051731" y="1021412"/>
                    <a:pt x="1066101" y="1004149"/>
                    <a:pt x="1066101" y="995517"/>
                  </a:cubicBezTo>
                  <a:cubicBezTo>
                    <a:pt x="1068974" y="984008"/>
                    <a:pt x="1068974" y="952358"/>
                    <a:pt x="1068974" y="935094"/>
                  </a:cubicBezTo>
                  <a:cubicBezTo>
                    <a:pt x="1071848" y="917830"/>
                    <a:pt x="1068974" y="912076"/>
                    <a:pt x="1074722" y="912076"/>
                  </a:cubicBezTo>
                  <a:cubicBezTo>
                    <a:pt x="1083344" y="914953"/>
                    <a:pt x="1083344" y="909198"/>
                    <a:pt x="1074722" y="906321"/>
                  </a:cubicBezTo>
                  <a:cubicBezTo>
                    <a:pt x="1066101" y="900567"/>
                    <a:pt x="1071848" y="894812"/>
                    <a:pt x="1063227" y="883303"/>
                  </a:cubicBezTo>
                  <a:cubicBezTo>
                    <a:pt x="1054605" y="871794"/>
                    <a:pt x="1051731" y="857408"/>
                    <a:pt x="1051731" y="851653"/>
                  </a:cubicBezTo>
                  <a:cubicBezTo>
                    <a:pt x="1051731" y="848776"/>
                    <a:pt x="1051731" y="848776"/>
                    <a:pt x="1051731" y="848776"/>
                  </a:cubicBezTo>
                  <a:cubicBezTo>
                    <a:pt x="1066101" y="851653"/>
                    <a:pt x="1077596" y="851653"/>
                    <a:pt x="1089092" y="848776"/>
                  </a:cubicBezTo>
                  <a:cubicBezTo>
                    <a:pt x="1089092" y="854530"/>
                    <a:pt x="1091965" y="857408"/>
                    <a:pt x="1094839" y="857408"/>
                  </a:cubicBezTo>
                  <a:cubicBezTo>
                    <a:pt x="1100587" y="857408"/>
                    <a:pt x="1103461" y="868917"/>
                    <a:pt x="1097713" y="871794"/>
                  </a:cubicBezTo>
                  <a:cubicBezTo>
                    <a:pt x="1091965" y="874671"/>
                    <a:pt x="1091965" y="886180"/>
                    <a:pt x="1100587" y="886180"/>
                  </a:cubicBezTo>
                  <a:cubicBezTo>
                    <a:pt x="1109209" y="886180"/>
                    <a:pt x="1112083" y="868917"/>
                    <a:pt x="1109209" y="860285"/>
                  </a:cubicBezTo>
                  <a:cubicBezTo>
                    <a:pt x="1106335" y="848776"/>
                    <a:pt x="1112083" y="843021"/>
                    <a:pt x="1103461" y="834389"/>
                  </a:cubicBezTo>
                  <a:cubicBezTo>
                    <a:pt x="1103461" y="834389"/>
                    <a:pt x="1103461" y="831512"/>
                    <a:pt x="1100587" y="831512"/>
                  </a:cubicBezTo>
                  <a:cubicBezTo>
                    <a:pt x="1100587" y="831512"/>
                    <a:pt x="1100587" y="831512"/>
                    <a:pt x="1767326" y="828635"/>
                  </a:cubicBezTo>
                  <a:cubicBezTo>
                    <a:pt x="1767326" y="828635"/>
                    <a:pt x="1768942" y="818924"/>
                    <a:pt x="1772175" y="816496"/>
                  </a:cubicBezTo>
                  <a:close/>
                  <a:moveTo>
                    <a:pt x="26828" y="670231"/>
                  </a:moveTo>
                  <a:cubicBezTo>
                    <a:pt x="32658" y="676062"/>
                    <a:pt x="26828" y="684807"/>
                    <a:pt x="15168" y="687722"/>
                  </a:cubicBezTo>
                  <a:cubicBezTo>
                    <a:pt x="3507" y="693552"/>
                    <a:pt x="20998" y="664401"/>
                    <a:pt x="26828" y="670231"/>
                  </a:cubicBezTo>
                  <a:close/>
                  <a:moveTo>
                    <a:pt x="94714" y="642054"/>
                  </a:moveTo>
                  <a:cubicBezTo>
                    <a:pt x="99298" y="640973"/>
                    <a:pt x="103793" y="640792"/>
                    <a:pt x="107389" y="642235"/>
                  </a:cubicBezTo>
                  <a:cubicBezTo>
                    <a:pt x="118896" y="645119"/>
                    <a:pt x="101636" y="650889"/>
                    <a:pt x="93005" y="650889"/>
                  </a:cubicBezTo>
                  <a:cubicBezTo>
                    <a:pt x="84375" y="650889"/>
                    <a:pt x="81499" y="659543"/>
                    <a:pt x="72868" y="656658"/>
                  </a:cubicBezTo>
                  <a:cubicBezTo>
                    <a:pt x="66396" y="656658"/>
                    <a:pt x="80959" y="645300"/>
                    <a:pt x="94714" y="642054"/>
                  </a:cubicBezTo>
                  <a:close/>
                  <a:moveTo>
                    <a:pt x="371702" y="512282"/>
                  </a:moveTo>
                  <a:cubicBezTo>
                    <a:pt x="374927" y="511569"/>
                    <a:pt x="377077" y="512995"/>
                    <a:pt x="377077" y="515847"/>
                  </a:cubicBezTo>
                  <a:cubicBezTo>
                    <a:pt x="377077" y="521550"/>
                    <a:pt x="388543" y="524402"/>
                    <a:pt x="382810" y="527254"/>
                  </a:cubicBezTo>
                  <a:cubicBezTo>
                    <a:pt x="377077" y="530105"/>
                    <a:pt x="365611" y="530105"/>
                    <a:pt x="365611" y="535809"/>
                  </a:cubicBezTo>
                  <a:cubicBezTo>
                    <a:pt x="365611" y="538661"/>
                    <a:pt x="379944" y="541512"/>
                    <a:pt x="374211" y="550067"/>
                  </a:cubicBezTo>
                  <a:cubicBezTo>
                    <a:pt x="368477" y="555771"/>
                    <a:pt x="348412" y="570030"/>
                    <a:pt x="342679" y="570030"/>
                  </a:cubicBezTo>
                  <a:cubicBezTo>
                    <a:pt x="336946" y="570030"/>
                    <a:pt x="336946" y="567178"/>
                    <a:pt x="331213" y="570030"/>
                  </a:cubicBezTo>
                  <a:cubicBezTo>
                    <a:pt x="322613" y="575733"/>
                    <a:pt x="316880" y="561474"/>
                    <a:pt x="319747" y="552919"/>
                  </a:cubicBezTo>
                  <a:cubicBezTo>
                    <a:pt x="322613" y="544364"/>
                    <a:pt x="336946" y="552919"/>
                    <a:pt x="336946" y="547216"/>
                  </a:cubicBezTo>
                  <a:cubicBezTo>
                    <a:pt x="339812" y="541512"/>
                    <a:pt x="348412" y="532957"/>
                    <a:pt x="359878" y="521550"/>
                  </a:cubicBezTo>
                  <a:cubicBezTo>
                    <a:pt x="364178" y="515847"/>
                    <a:pt x="368477" y="512995"/>
                    <a:pt x="371702" y="512282"/>
                  </a:cubicBezTo>
                  <a:close/>
                  <a:moveTo>
                    <a:pt x="23907" y="448441"/>
                  </a:moveTo>
                  <a:cubicBezTo>
                    <a:pt x="29316" y="446984"/>
                    <a:pt x="35086" y="447713"/>
                    <a:pt x="35086" y="452085"/>
                  </a:cubicBezTo>
                  <a:cubicBezTo>
                    <a:pt x="37970" y="460831"/>
                    <a:pt x="46624" y="446255"/>
                    <a:pt x="52394" y="452085"/>
                  </a:cubicBezTo>
                  <a:cubicBezTo>
                    <a:pt x="58163" y="457916"/>
                    <a:pt x="55278" y="466661"/>
                    <a:pt x="49509" y="469576"/>
                  </a:cubicBezTo>
                  <a:cubicBezTo>
                    <a:pt x="37970" y="472491"/>
                    <a:pt x="17778" y="466661"/>
                    <a:pt x="14893" y="457916"/>
                  </a:cubicBezTo>
                  <a:cubicBezTo>
                    <a:pt x="13451" y="453543"/>
                    <a:pt x="18499" y="449899"/>
                    <a:pt x="23907" y="448441"/>
                  </a:cubicBezTo>
                  <a:close/>
                  <a:moveTo>
                    <a:pt x="276620" y="0"/>
                  </a:moveTo>
                  <a:cubicBezTo>
                    <a:pt x="282368" y="2881"/>
                    <a:pt x="296736" y="5761"/>
                    <a:pt x="293862" y="11523"/>
                  </a:cubicBezTo>
                  <a:cubicBezTo>
                    <a:pt x="293862" y="14403"/>
                    <a:pt x="282368" y="17284"/>
                    <a:pt x="285241" y="20165"/>
                  </a:cubicBezTo>
                  <a:cubicBezTo>
                    <a:pt x="290988" y="25926"/>
                    <a:pt x="299609" y="23046"/>
                    <a:pt x="305357" y="17284"/>
                  </a:cubicBezTo>
                  <a:cubicBezTo>
                    <a:pt x="308230" y="11523"/>
                    <a:pt x="316851" y="8642"/>
                    <a:pt x="316851" y="14403"/>
                  </a:cubicBezTo>
                  <a:cubicBezTo>
                    <a:pt x="316851" y="20165"/>
                    <a:pt x="319725" y="25926"/>
                    <a:pt x="328346" y="23046"/>
                  </a:cubicBezTo>
                  <a:cubicBezTo>
                    <a:pt x="336967" y="23046"/>
                    <a:pt x="365703" y="14403"/>
                    <a:pt x="371450" y="23046"/>
                  </a:cubicBezTo>
                  <a:cubicBezTo>
                    <a:pt x="374324" y="31688"/>
                    <a:pt x="368577" y="37449"/>
                    <a:pt x="377197" y="37449"/>
                  </a:cubicBezTo>
                  <a:cubicBezTo>
                    <a:pt x="388692" y="34568"/>
                    <a:pt x="385818" y="46091"/>
                    <a:pt x="394439" y="43211"/>
                  </a:cubicBezTo>
                  <a:cubicBezTo>
                    <a:pt x="400187" y="40330"/>
                    <a:pt x="431797" y="34568"/>
                    <a:pt x="454786" y="37449"/>
                  </a:cubicBezTo>
                  <a:cubicBezTo>
                    <a:pt x="477775" y="43211"/>
                    <a:pt x="489269" y="57614"/>
                    <a:pt x="506511" y="54733"/>
                  </a:cubicBezTo>
                  <a:cubicBezTo>
                    <a:pt x="523753" y="51853"/>
                    <a:pt x="535247" y="54733"/>
                    <a:pt x="543868" y="60495"/>
                  </a:cubicBezTo>
                  <a:cubicBezTo>
                    <a:pt x="552489" y="63376"/>
                    <a:pt x="578352" y="60495"/>
                    <a:pt x="589846" y="57614"/>
                  </a:cubicBezTo>
                  <a:cubicBezTo>
                    <a:pt x="601341" y="54733"/>
                    <a:pt x="624330" y="66256"/>
                    <a:pt x="641572" y="72018"/>
                  </a:cubicBezTo>
                  <a:cubicBezTo>
                    <a:pt x="644445" y="72018"/>
                    <a:pt x="647319" y="72018"/>
                    <a:pt x="653066" y="74898"/>
                  </a:cubicBezTo>
                  <a:cubicBezTo>
                    <a:pt x="653066" y="74898"/>
                    <a:pt x="653066" y="74898"/>
                    <a:pt x="653066" y="446510"/>
                  </a:cubicBezTo>
                  <a:cubicBezTo>
                    <a:pt x="653066" y="446510"/>
                    <a:pt x="661687" y="452271"/>
                    <a:pt x="664561" y="449391"/>
                  </a:cubicBezTo>
                  <a:cubicBezTo>
                    <a:pt x="667435" y="443629"/>
                    <a:pt x="676055" y="449391"/>
                    <a:pt x="687550" y="443629"/>
                  </a:cubicBezTo>
                  <a:cubicBezTo>
                    <a:pt x="699045" y="437868"/>
                    <a:pt x="704792" y="449391"/>
                    <a:pt x="704792" y="455152"/>
                  </a:cubicBezTo>
                  <a:cubicBezTo>
                    <a:pt x="704792" y="460913"/>
                    <a:pt x="722034" y="472436"/>
                    <a:pt x="727781" y="481078"/>
                  </a:cubicBezTo>
                  <a:cubicBezTo>
                    <a:pt x="736402" y="489720"/>
                    <a:pt x="739275" y="498363"/>
                    <a:pt x="747896" y="492601"/>
                  </a:cubicBezTo>
                  <a:cubicBezTo>
                    <a:pt x="753644" y="486840"/>
                    <a:pt x="768012" y="483959"/>
                    <a:pt x="768012" y="475317"/>
                  </a:cubicBezTo>
                  <a:cubicBezTo>
                    <a:pt x="768012" y="466675"/>
                    <a:pt x="802495" y="463794"/>
                    <a:pt x="802495" y="478198"/>
                  </a:cubicBezTo>
                  <a:cubicBezTo>
                    <a:pt x="802495" y="489720"/>
                    <a:pt x="834105" y="504124"/>
                    <a:pt x="854221" y="535812"/>
                  </a:cubicBezTo>
                  <a:cubicBezTo>
                    <a:pt x="871463" y="570380"/>
                    <a:pt x="868589" y="576142"/>
                    <a:pt x="897325" y="587665"/>
                  </a:cubicBezTo>
                  <a:cubicBezTo>
                    <a:pt x="923188" y="599187"/>
                    <a:pt x="923188" y="604949"/>
                    <a:pt x="920314" y="613591"/>
                  </a:cubicBezTo>
                  <a:cubicBezTo>
                    <a:pt x="917441" y="622233"/>
                    <a:pt x="937556" y="627994"/>
                    <a:pt x="926062" y="636637"/>
                  </a:cubicBezTo>
                  <a:cubicBezTo>
                    <a:pt x="920314" y="639517"/>
                    <a:pt x="914567" y="642398"/>
                    <a:pt x="908820" y="648159"/>
                  </a:cubicBezTo>
                  <a:cubicBezTo>
                    <a:pt x="908820" y="645279"/>
                    <a:pt x="908820" y="645279"/>
                    <a:pt x="908820" y="645279"/>
                  </a:cubicBezTo>
                  <a:cubicBezTo>
                    <a:pt x="908820" y="636637"/>
                    <a:pt x="897325" y="648159"/>
                    <a:pt x="897325" y="642398"/>
                  </a:cubicBezTo>
                  <a:cubicBezTo>
                    <a:pt x="897325" y="636637"/>
                    <a:pt x="903073" y="627994"/>
                    <a:pt x="897325" y="625114"/>
                  </a:cubicBezTo>
                  <a:cubicBezTo>
                    <a:pt x="888704" y="625114"/>
                    <a:pt x="888704" y="636637"/>
                    <a:pt x="885831" y="630875"/>
                  </a:cubicBezTo>
                  <a:cubicBezTo>
                    <a:pt x="880083" y="625114"/>
                    <a:pt x="871463" y="622233"/>
                    <a:pt x="871463" y="627994"/>
                  </a:cubicBezTo>
                  <a:cubicBezTo>
                    <a:pt x="871463" y="630875"/>
                    <a:pt x="871463" y="645279"/>
                    <a:pt x="868589" y="639517"/>
                  </a:cubicBezTo>
                  <a:cubicBezTo>
                    <a:pt x="862842" y="636637"/>
                    <a:pt x="854221" y="630875"/>
                    <a:pt x="854221" y="636637"/>
                  </a:cubicBezTo>
                  <a:cubicBezTo>
                    <a:pt x="851347" y="639517"/>
                    <a:pt x="854221" y="651040"/>
                    <a:pt x="845600" y="645279"/>
                  </a:cubicBezTo>
                  <a:cubicBezTo>
                    <a:pt x="836979" y="636637"/>
                    <a:pt x="848473" y="627994"/>
                    <a:pt x="845600" y="619352"/>
                  </a:cubicBezTo>
                  <a:cubicBezTo>
                    <a:pt x="842726" y="613591"/>
                    <a:pt x="834105" y="602068"/>
                    <a:pt x="842726" y="602068"/>
                  </a:cubicBezTo>
                  <a:cubicBezTo>
                    <a:pt x="848473" y="602068"/>
                    <a:pt x="857094" y="619352"/>
                    <a:pt x="862842" y="610710"/>
                  </a:cubicBezTo>
                  <a:cubicBezTo>
                    <a:pt x="868589" y="604949"/>
                    <a:pt x="874336" y="604949"/>
                    <a:pt x="874336" y="599187"/>
                  </a:cubicBezTo>
                  <a:cubicBezTo>
                    <a:pt x="874336" y="593426"/>
                    <a:pt x="862842" y="573261"/>
                    <a:pt x="857094" y="576142"/>
                  </a:cubicBezTo>
                  <a:cubicBezTo>
                    <a:pt x="848473" y="576142"/>
                    <a:pt x="848473" y="587665"/>
                    <a:pt x="857094" y="587665"/>
                  </a:cubicBezTo>
                  <a:cubicBezTo>
                    <a:pt x="862842" y="587665"/>
                    <a:pt x="871463" y="599187"/>
                    <a:pt x="865715" y="599187"/>
                  </a:cubicBezTo>
                  <a:cubicBezTo>
                    <a:pt x="859968" y="602068"/>
                    <a:pt x="848473" y="593426"/>
                    <a:pt x="845600" y="584784"/>
                  </a:cubicBezTo>
                  <a:cubicBezTo>
                    <a:pt x="842726" y="576142"/>
                    <a:pt x="831232" y="596307"/>
                    <a:pt x="828358" y="587665"/>
                  </a:cubicBezTo>
                  <a:cubicBezTo>
                    <a:pt x="828358" y="579022"/>
                    <a:pt x="825484" y="596307"/>
                    <a:pt x="819737" y="596307"/>
                  </a:cubicBezTo>
                  <a:cubicBezTo>
                    <a:pt x="816864" y="596307"/>
                    <a:pt x="813990" y="573261"/>
                    <a:pt x="816864" y="570380"/>
                  </a:cubicBezTo>
                  <a:cubicBezTo>
                    <a:pt x="819737" y="567500"/>
                    <a:pt x="831232" y="570380"/>
                    <a:pt x="831232" y="564619"/>
                  </a:cubicBezTo>
                  <a:cubicBezTo>
                    <a:pt x="831232" y="558858"/>
                    <a:pt x="842726" y="558858"/>
                    <a:pt x="839853" y="547335"/>
                  </a:cubicBezTo>
                  <a:cubicBezTo>
                    <a:pt x="834105" y="535812"/>
                    <a:pt x="828358" y="524289"/>
                    <a:pt x="825484" y="530050"/>
                  </a:cubicBezTo>
                  <a:cubicBezTo>
                    <a:pt x="822611" y="538693"/>
                    <a:pt x="831232" y="550215"/>
                    <a:pt x="825484" y="553096"/>
                  </a:cubicBezTo>
                  <a:cubicBezTo>
                    <a:pt x="816864" y="558858"/>
                    <a:pt x="813990" y="564619"/>
                    <a:pt x="811116" y="561738"/>
                  </a:cubicBezTo>
                  <a:cubicBezTo>
                    <a:pt x="808243" y="558858"/>
                    <a:pt x="813990" y="547335"/>
                    <a:pt x="808243" y="544454"/>
                  </a:cubicBezTo>
                  <a:cubicBezTo>
                    <a:pt x="799622" y="541573"/>
                    <a:pt x="799622" y="553096"/>
                    <a:pt x="802495" y="561738"/>
                  </a:cubicBezTo>
                  <a:cubicBezTo>
                    <a:pt x="808243" y="567500"/>
                    <a:pt x="811116" y="584784"/>
                    <a:pt x="805369" y="587665"/>
                  </a:cubicBezTo>
                  <a:cubicBezTo>
                    <a:pt x="802495" y="590545"/>
                    <a:pt x="802495" y="576142"/>
                    <a:pt x="793874" y="573261"/>
                  </a:cubicBezTo>
                  <a:cubicBezTo>
                    <a:pt x="788127" y="570380"/>
                    <a:pt x="793874" y="558858"/>
                    <a:pt x="788127" y="555977"/>
                  </a:cubicBezTo>
                  <a:cubicBezTo>
                    <a:pt x="779506" y="555977"/>
                    <a:pt x="765138" y="541573"/>
                    <a:pt x="768012" y="532931"/>
                  </a:cubicBezTo>
                  <a:cubicBezTo>
                    <a:pt x="768012" y="524289"/>
                    <a:pt x="785254" y="524289"/>
                    <a:pt x="782380" y="530050"/>
                  </a:cubicBezTo>
                  <a:cubicBezTo>
                    <a:pt x="782380" y="532931"/>
                    <a:pt x="796748" y="541573"/>
                    <a:pt x="802495" y="532931"/>
                  </a:cubicBezTo>
                  <a:cubicBezTo>
                    <a:pt x="805369" y="521408"/>
                    <a:pt x="805369" y="507005"/>
                    <a:pt x="799622" y="501243"/>
                  </a:cubicBezTo>
                  <a:cubicBezTo>
                    <a:pt x="793874" y="492601"/>
                    <a:pt x="785254" y="481078"/>
                    <a:pt x="791001" y="498363"/>
                  </a:cubicBezTo>
                  <a:cubicBezTo>
                    <a:pt x="793874" y="515647"/>
                    <a:pt x="799622" y="530050"/>
                    <a:pt x="788127" y="518528"/>
                  </a:cubicBezTo>
                  <a:cubicBezTo>
                    <a:pt x="776633" y="509885"/>
                    <a:pt x="782380" y="518528"/>
                    <a:pt x="768012" y="509885"/>
                  </a:cubicBezTo>
                  <a:cubicBezTo>
                    <a:pt x="753644" y="498363"/>
                    <a:pt x="770885" y="530050"/>
                    <a:pt x="753644" y="521408"/>
                  </a:cubicBezTo>
                  <a:cubicBezTo>
                    <a:pt x="736402" y="512766"/>
                    <a:pt x="733528" y="504124"/>
                    <a:pt x="724907" y="498363"/>
                  </a:cubicBezTo>
                  <a:cubicBezTo>
                    <a:pt x="719160" y="489720"/>
                    <a:pt x="704792" y="486840"/>
                    <a:pt x="699045" y="483959"/>
                  </a:cubicBezTo>
                  <a:cubicBezTo>
                    <a:pt x="690424" y="481078"/>
                    <a:pt x="681803" y="481078"/>
                    <a:pt x="684676" y="475317"/>
                  </a:cubicBezTo>
                  <a:cubicBezTo>
                    <a:pt x="690424" y="469555"/>
                    <a:pt x="699045" y="466675"/>
                    <a:pt x="690424" y="460913"/>
                  </a:cubicBezTo>
                  <a:cubicBezTo>
                    <a:pt x="681803" y="452271"/>
                    <a:pt x="678929" y="472436"/>
                    <a:pt x="661687" y="469555"/>
                  </a:cubicBezTo>
                  <a:cubicBezTo>
                    <a:pt x="644445" y="466675"/>
                    <a:pt x="647319" y="455152"/>
                    <a:pt x="638698" y="455152"/>
                  </a:cubicBezTo>
                  <a:cubicBezTo>
                    <a:pt x="632951" y="455152"/>
                    <a:pt x="604215" y="458033"/>
                    <a:pt x="586973" y="458033"/>
                  </a:cubicBezTo>
                  <a:cubicBezTo>
                    <a:pt x="569731" y="455152"/>
                    <a:pt x="561110" y="452271"/>
                    <a:pt x="561110" y="449391"/>
                  </a:cubicBezTo>
                  <a:cubicBezTo>
                    <a:pt x="561110" y="443629"/>
                    <a:pt x="561110" y="437868"/>
                    <a:pt x="555363" y="443629"/>
                  </a:cubicBezTo>
                  <a:cubicBezTo>
                    <a:pt x="549616" y="449391"/>
                    <a:pt x="546742" y="452271"/>
                    <a:pt x="540995" y="446510"/>
                  </a:cubicBezTo>
                  <a:cubicBezTo>
                    <a:pt x="532374" y="440748"/>
                    <a:pt x="526626" y="443629"/>
                    <a:pt x="520879" y="449391"/>
                  </a:cubicBezTo>
                  <a:cubicBezTo>
                    <a:pt x="512258" y="455152"/>
                    <a:pt x="509385" y="443629"/>
                    <a:pt x="518006" y="440748"/>
                  </a:cubicBezTo>
                  <a:cubicBezTo>
                    <a:pt x="526626" y="437868"/>
                    <a:pt x="538121" y="440748"/>
                    <a:pt x="529500" y="432106"/>
                  </a:cubicBezTo>
                  <a:cubicBezTo>
                    <a:pt x="520879" y="426345"/>
                    <a:pt x="515132" y="437868"/>
                    <a:pt x="509385" y="429225"/>
                  </a:cubicBezTo>
                  <a:cubicBezTo>
                    <a:pt x="503637" y="417703"/>
                    <a:pt x="497890" y="426345"/>
                    <a:pt x="492143" y="420583"/>
                  </a:cubicBezTo>
                  <a:cubicBezTo>
                    <a:pt x="486396" y="417703"/>
                    <a:pt x="480648" y="414822"/>
                    <a:pt x="477775" y="423464"/>
                  </a:cubicBezTo>
                  <a:cubicBezTo>
                    <a:pt x="477775" y="432106"/>
                    <a:pt x="466280" y="423464"/>
                    <a:pt x="472027" y="434987"/>
                  </a:cubicBezTo>
                  <a:cubicBezTo>
                    <a:pt x="474901" y="443629"/>
                    <a:pt x="486396" y="446510"/>
                    <a:pt x="480648" y="449391"/>
                  </a:cubicBezTo>
                  <a:cubicBezTo>
                    <a:pt x="474901" y="452271"/>
                    <a:pt x="486396" y="460913"/>
                    <a:pt x="480648" y="460913"/>
                  </a:cubicBezTo>
                  <a:cubicBezTo>
                    <a:pt x="474901" y="463794"/>
                    <a:pt x="463407" y="455152"/>
                    <a:pt x="446165" y="463794"/>
                  </a:cubicBezTo>
                  <a:cubicBezTo>
                    <a:pt x="428923" y="472436"/>
                    <a:pt x="411681" y="489720"/>
                    <a:pt x="397313" y="489720"/>
                  </a:cubicBezTo>
                  <a:cubicBezTo>
                    <a:pt x="385818" y="489720"/>
                    <a:pt x="380071" y="483959"/>
                    <a:pt x="388692" y="481078"/>
                  </a:cubicBezTo>
                  <a:cubicBezTo>
                    <a:pt x="397313" y="478198"/>
                    <a:pt x="405934" y="472436"/>
                    <a:pt x="397313" y="469555"/>
                  </a:cubicBezTo>
                  <a:cubicBezTo>
                    <a:pt x="388692" y="469555"/>
                    <a:pt x="388692" y="463794"/>
                    <a:pt x="394439" y="452271"/>
                  </a:cubicBezTo>
                  <a:cubicBezTo>
                    <a:pt x="403060" y="443629"/>
                    <a:pt x="394439" y="440748"/>
                    <a:pt x="405934" y="432106"/>
                  </a:cubicBezTo>
                  <a:cubicBezTo>
                    <a:pt x="414555" y="420583"/>
                    <a:pt x="420302" y="420583"/>
                    <a:pt x="431797" y="426345"/>
                  </a:cubicBezTo>
                  <a:cubicBezTo>
                    <a:pt x="440417" y="432106"/>
                    <a:pt x="443291" y="417703"/>
                    <a:pt x="428923" y="417703"/>
                  </a:cubicBezTo>
                  <a:cubicBezTo>
                    <a:pt x="414555" y="417703"/>
                    <a:pt x="423176" y="406180"/>
                    <a:pt x="414555" y="411941"/>
                  </a:cubicBezTo>
                  <a:cubicBezTo>
                    <a:pt x="408807" y="414822"/>
                    <a:pt x="400187" y="426345"/>
                    <a:pt x="394439" y="426345"/>
                  </a:cubicBezTo>
                  <a:cubicBezTo>
                    <a:pt x="388692" y="426345"/>
                    <a:pt x="388692" y="432106"/>
                    <a:pt x="382945" y="440748"/>
                  </a:cubicBezTo>
                  <a:cubicBezTo>
                    <a:pt x="374324" y="446510"/>
                    <a:pt x="365703" y="449391"/>
                    <a:pt x="365703" y="458033"/>
                  </a:cubicBezTo>
                  <a:cubicBezTo>
                    <a:pt x="365703" y="466675"/>
                    <a:pt x="357082" y="472436"/>
                    <a:pt x="351335" y="472436"/>
                  </a:cubicBezTo>
                  <a:cubicBezTo>
                    <a:pt x="342714" y="472436"/>
                    <a:pt x="328346" y="486840"/>
                    <a:pt x="331219" y="489720"/>
                  </a:cubicBezTo>
                  <a:cubicBezTo>
                    <a:pt x="331219" y="492601"/>
                    <a:pt x="348461" y="492601"/>
                    <a:pt x="348461" y="498363"/>
                  </a:cubicBezTo>
                  <a:cubicBezTo>
                    <a:pt x="348461" y="504124"/>
                    <a:pt x="342714" y="509885"/>
                    <a:pt x="336967" y="512766"/>
                  </a:cubicBezTo>
                  <a:cubicBezTo>
                    <a:pt x="331219" y="512766"/>
                    <a:pt x="334093" y="527170"/>
                    <a:pt x="328346" y="530050"/>
                  </a:cubicBezTo>
                  <a:cubicBezTo>
                    <a:pt x="322598" y="532931"/>
                    <a:pt x="319725" y="530050"/>
                    <a:pt x="311104" y="535812"/>
                  </a:cubicBezTo>
                  <a:cubicBezTo>
                    <a:pt x="302483" y="544454"/>
                    <a:pt x="290988" y="553096"/>
                    <a:pt x="282368" y="553096"/>
                  </a:cubicBezTo>
                  <a:cubicBezTo>
                    <a:pt x="276620" y="553096"/>
                    <a:pt x="279494" y="564619"/>
                    <a:pt x="273747" y="564619"/>
                  </a:cubicBezTo>
                  <a:cubicBezTo>
                    <a:pt x="267999" y="567500"/>
                    <a:pt x="233516" y="584784"/>
                    <a:pt x="230642" y="590545"/>
                  </a:cubicBezTo>
                  <a:cubicBezTo>
                    <a:pt x="227768" y="599187"/>
                    <a:pt x="230642" y="602068"/>
                    <a:pt x="216274" y="604949"/>
                  </a:cubicBezTo>
                  <a:cubicBezTo>
                    <a:pt x="201906" y="607830"/>
                    <a:pt x="199032" y="613591"/>
                    <a:pt x="193285" y="613591"/>
                  </a:cubicBezTo>
                  <a:cubicBezTo>
                    <a:pt x="187538" y="613591"/>
                    <a:pt x="181790" y="610710"/>
                    <a:pt x="176043" y="616472"/>
                  </a:cubicBezTo>
                  <a:cubicBezTo>
                    <a:pt x="170296" y="619352"/>
                    <a:pt x="161675" y="627994"/>
                    <a:pt x="155928" y="622233"/>
                  </a:cubicBezTo>
                  <a:cubicBezTo>
                    <a:pt x="153054" y="619352"/>
                    <a:pt x="147307" y="616472"/>
                    <a:pt x="147307" y="622233"/>
                  </a:cubicBezTo>
                  <a:cubicBezTo>
                    <a:pt x="147307" y="630875"/>
                    <a:pt x="121444" y="642398"/>
                    <a:pt x="118570" y="639517"/>
                  </a:cubicBezTo>
                  <a:cubicBezTo>
                    <a:pt x="112823" y="633756"/>
                    <a:pt x="132939" y="625114"/>
                    <a:pt x="135812" y="613591"/>
                  </a:cubicBezTo>
                  <a:cubicBezTo>
                    <a:pt x="141559" y="599187"/>
                    <a:pt x="170296" y="613591"/>
                    <a:pt x="173169" y="607830"/>
                  </a:cubicBezTo>
                  <a:cubicBezTo>
                    <a:pt x="176043" y="604949"/>
                    <a:pt x="201906" y="579022"/>
                    <a:pt x="213400" y="576142"/>
                  </a:cubicBezTo>
                  <a:cubicBezTo>
                    <a:pt x="227768" y="576142"/>
                    <a:pt x="236389" y="553096"/>
                    <a:pt x="245010" y="550215"/>
                  </a:cubicBezTo>
                  <a:cubicBezTo>
                    <a:pt x="253631" y="547335"/>
                    <a:pt x="242137" y="527170"/>
                    <a:pt x="253631" y="512766"/>
                  </a:cubicBezTo>
                  <a:cubicBezTo>
                    <a:pt x="262252" y="501243"/>
                    <a:pt x="267999" y="492601"/>
                    <a:pt x="253631" y="501243"/>
                  </a:cubicBezTo>
                  <a:cubicBezTo>
                    <a:pt x="236389" y="507005"/>
                    <a:pt x="227768" y="507005"/>
                    <a:pt x="224895" y="498363"/>
                  </a:cubicBezTo>
                  <a:cubicBezTo>
                    <a:pt x="224895" y="489720"/>
                    <a:pt x="216274" y="501243"/>
                    <a:pt x="216274" y="509885"/>
                  </a:cubicBezTo>
                  <a:cubicBezTo>
                    <a:pt x="216274" y="521408"/>
                    <a:pt x="213400" y="518528"/>
                    <a:pt x="201906" y="507005"/>
                  </a:cubicBezTo>
                  <a:cubicBezTo>
                    <a:pt x="190411" y="492601"/>
                    <a:pt x="170296" y="495482"/>
                    <a:pt x="167422" y="504124"/>
                  </a:cubicBezTo>
                  <a:cubicBezTo>
                    <a:pt x="164549" y="509885"/>
                    <a:pt x="141559" y="512766"/>
                    <a:pt x="141559" y="507005"/>
                  </a:cubicBezTo>
                  <a:cubicBezTo>
                    <a:pt x="141559" y="498363"/>
                    <a:pt x="138686" y="486840"/>
                    <a:pt x="144433" y="481078"/>
                  </a:cubicBezTo>
                  <a:cubicBezTo>
                    <a:pt x="150180" y="478198"/>
                    <a:pt x="141559" y="460913"/>
                    <a:pt x="132939" y="455152"/>
                  </a:cubicBezTo>
                  <a:cubicBezTo>
                    <a:pt x="127191" y="449391"/>
                    <a:pt x="132939" y="463794"/>
                    <a:pt x="121444" y="463794"/>
                  </a:cubicBezTo>
                  <a:cubicBezTo>
                    <a:pt x="109949" y="466675"/>
                    <a:pt x="101329" y="475317"/>
                    <a:pt x="92708" y="469555"/>
                  </a:cubicBezTo>
                  <a:cubicBezTo>
                    <a:pt x="84087" y="460913"/>
                    <a:pt x="72592" y="443629"/>
                    <a:pt x="63971" y="440748"/>
                  </a:cubicBezTo>
                  <a:cubicBezTo>
                    <a:pt x="52477" y="437868"/>
                    <a:pt x="75466" y="426345"/>
                    <a:pt x="63971" y="417703"/>
                  </a:cubicBezTo>
                  <a:cubicBezTo>
                    <a:pt x="52477" y="409060"/>
                    <a:pt x="55350" y="420583"/>
                    <a:pt x="40982" y="403299"/>
                  </a:cubicBezTo>
                  <a:cubicBezTo>
                    <a:pt x="29488" y="383134"/>
                    <a:pt x="49603" y="400418"/>
                    <a:pt x="52477" y="380253"/>
                  </a:cubicBezTo>
                  <a:cubicBezTo>
                    <a:pt x="58224" y="362969"/>
                    <a:pt x="78340" y="371611"/>
                    <a:pt x="78340" y="362969"/>
                  </a:cubicBezTo>
                  <a:cubicBezTo>
                    <a:pt x="78340" y="354327"/>
                    <a:pt x="75466" y="339923"/>
                    <a:pt x="86960" y="339923"/>
                  </a:cubicBezTo>
                  <a:cubicBezTo>
                    <a:pt x="101329" y="339923"/>
                    <a:pt x="107076" y="354327"/>
                    <a:pt x="118570" y="348566"/>
                  </a:cubicBezTo>
                  <a:cubicBezTo>
                    <a:pt x="127191" y="339923"/>
                    <a:pt x="124318" y="328401"/>
                    <a:pt x="130065" y="328401"/>
                  </a:cubicBezTo>
                  <a:cubicBezTo>
                    <a:pt x="138686" y="328401"/>
                    <a:pt x="147307" y="334162"/>
                    <a:pt x="161675" y="325520"/>
                  </a:cubicBezTo>
                  <a:cubicBezTo>
                    <a:pt x="173169" y="316878"/>
                    <a:pt x="164549" y="299594"/>
                    <a:pt x="158801" y="293832"/>
                  </a:cubicBezTo>
                  <a:cubicBezTo>
                    <a:pt x="150180" y="285190"/>
                    <a:pt x="176043" y="288071"/>
                    <a:pt x="164549" y="276548"/>
                  </a:cubicBezTo>
                  <a:cubicBezTo>
                    <a:pt x="153054" y="265025"/>
                    <a:pt x="127191" y="285190"/>
                    <a:pt x="121444" y="290951"/>
                  </a:cubicBezTo>
                  <a:cubicBezTo>
                    <a:pt x="115697" y="299594"/>
                    <a:pt x="107076" y="288071"/>
                    <a:pt x="101329" y="288071"/>
                  </a:cubicBezTo>
                  <a:cubicBezTo>
                    <a:pt x="92708" y="288071"/>
                    <a:pt x="61098" y="296713"/>
                    <a:pt x="49603" y="288071"/>
                  </a:cubicBezTo>
                  <a:cubicBezTo>
                    <a:pt x="35235" y="282309"/>
                    <a:pt x="38109" y="273667"/>
                    <a:pt x="29488" y="270786"/>
                  </a:cubicBezTo>
                  <a:cubicBezTo>
                    <a:pt x="20867" y="267906"/>
                    <a:pt x="43856" y="262144"/>
                    <a:pt x="35235" y="259264"/>
                  </a:cubicBezTo>
                  <a:cubicBezTo>
                    <a:pt x="23740" y="256383"/>
                    <a:pt x="-4996" y="253502"/>
                    <a:pt x="751" y="244860"/>
                  </a:cubicBezTo>
                  <a:cubicBezTo>
                    <a:pt x="3625" y="239099"/>
                    <a:pt x="20867" y="233337"/>
                    <a:pt x="32361" y="227576"/>
                  </a:cubicBezTo>
                  <a:cubicBezTo>
                    <a:pt x="43856" y="218934"/>
                    <a:pt x="52477" y="233337"/>
                    <a:pt x="52477" y="224695"/>
                  </a:cubicBezTo>
                  <a:cubicBezTo>
                    <a:pt x="55350" y="216053"/>
                    <a:pt x="49603" y="218934"/>
                    <a:pt x="66845" y="210292"/>
                  </a:cubicBezTo>
                  <a:cubicBezTo>
                    <a:pt x="84087" y="198769"/>
                    <a:pt x="98455" y="204530"/>
                    <a:pt x="95581" y="207411"/>
                  </a:cubicBezTo>
                  <a:cubicBezTo>
                    <a:pt x="95581" y="213172"/>
                    <a:pt x="86960" y="227576"/>
                    <a:pt x="95581" y="224695"/>
                  </a:cubicBezTo>
                  <a:cubicBezTo>
                    <a:pt x="107076" y="224695"/>
                    <a:pt x="124318" y="221814"/>
                    <a:pt x="127191" y="227576"/>
                  </a:cubicBezTo>
                  <a:cubicBezTo>
                    <a:pt x="132939" y="233337"/>
                    <a:pt x="138686" y="227576"/>
                    <a:pt x="147307" y="221814"/>
                  </a:cubicBezTo>
                  <a:cubicBezTo>
                    <a:pt x="158801" y="213172"/>
                    <a:pt x="178917" y="218934"/>
                    <a:pt x="176043" y="213172"/>
                  </a:cubicBezTo>
                  <a:cubicBezTo>
                    <a:pt x="173169" y="204530"/>
                    <a:pt x="161675" y="210292"/>
                    <a:pt x="150180" y="207411"/>
                  </a:cubicBezTo>
                  <a:cubicBezTo>
                    <a:pt x="141559" y="201649"/>
                    <a:pt x="153054" y="187246"/>
                    <a:pt x="144433" y="187246"/>
                  </a:cubicBezTo>
                  <a:cubicBezTo>
                    <a:pt x="132939" y="184365"/>
                    <a:pt x="104202" y="193007"/>
                    <a:pt x="101329" y="184365"/>
                  </a:cubicBezTo>
                  <a:cubicBezTo>
                    <a:pt x="101329" y="178604"/>
                    <a:pt x="84087" y="149797"/>
                    <a:pt x="63971" y="144035"/>
                  </a:cubicBezTo>
                  <a:cubicBezTo>
                    <a:pt x="40982" y="138274"/>
                    <a:pt x="32361" y="132512"/>
                    <a:pt x="35235" y="126751"/>
                  </a:cubicBezTo>
                  <a:cubicBezTo>
                    <a:pt x="40982" y="120990"/>
                    <a:pt x="35235" y="109467"/>
                    <a:pt x="43856" y="109467"/>
                  </a:cubicBezTo>
                  <a:cubicBezTo>
                    <a:pt x="49603" y="109467"/>
                    <a:pt x="89834" y="115228"/>
                    <a:pt x="104202" y="97944"/>
                  </a:cubicBezTo>
                  <a:cubicBezTo>
                    <a:pt x="118570" y="83540"/>
                    <a:pt x="107076" y="77779"/>
                    <a:pt x="112823" y="72018"/>
                  </a:cubicBezTo>
                  <a:cubicBezTo>
                    <a:pt x="118570" y="66256"/>
                    <a:pt x="135812" y="48972"/>
                    <a:pt x="141559" y="48972"/>
                  </a:cubicBezTo>
                  <a:cubicBezTo>
                    <a:pt x="147307" y="48972"/>
                    <a:pt x="170296" y="51853"/>
                    <a:pt x="178917" y="43211"/>
                  </a:cubicBezTo>
                  <a:cubicBezTo>
                    <a:pt x="184664" y="34568"/>
                    <a:pt x="187538" y="51853"/>
                    <a:pt x="196159" y="43211"/>
                  </a:cubicBezTo>
                  <a:cubicBezTo>
                    <a:pt x="201906" y="37449"/>
                    <a:pt x="190411" y="37449"/>
                    <a:pt x="190411" y="31688"/>
                  </a:cubicBezTo>
                  <a:cubicBezTo>
                    <a:pt x="190411" y="25926"/>
                    <a:pt x="201906" y="23046"/>
                    <a:pt x="213400" y="25926"/>
                  </a:cubicBezTo>
                  <a:cubicBezTo>
                    <a:pt x="222021" y="25926"/>
                    <a:pt x="239263" y="25926"/>
                    <a:pt x="250758" y="17284"/>
                  </a:cubicBezTo>
                  <a:cubicBezTo>
                    <a:pt x="262252" y="5761"/>
                    <a:pt x="270873" y="0"/>
                    <a:pt x="276620" y="0"/>
                  </a:cubicBezTo>
                  <a:close/>
                </a:path>
              </a:pathLst>
            </a:custGeom>
            <a:grpFill/>
            <a:ln w="3175" cap="rnd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68580" tIns="34291" rIns="68580" bIns="34291" numCol="1" anchor="t" anchorCtr="0" compatLnSpc="1">
              <a:prstTxWarp prst="textNoShape">
                <a:avLst/>
              </a:prstTxWarp>
            </a:bodyPr>
            <a:lstStyle/>
            <a:p>
              <a:endParaRPr lang="en-US" sz="1351" dirty="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E674AC-B115-03F5-58C2-DBA54F0CA2FE}"/>
              </a:ext>
            </a:extLst>
          </p:cNvPr>
          <p:cNvSpPr/>
          <p:nvPr/>
        </p:nvSpPr>
        <p:spPr>
          <a:xfrm>
            <a:off x="2299871" y="5033690"/>
            <a:ext cx="216000" cy="712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BA68F73-B6B0-2F6A-4BC4-FB6EA12656A7}"/>
              </a:ext>
            </a:extLst>
          </p:cNvPr>
          <p:cNvSpPr/>
          <p:nvPr/>
        </p:nvSpPr>
        <p:spPr>
          <a:xfrm>
            <a:off x="1657551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0DA6F61C-4082-F242-AF42-A32B60EFB93E}"/>
              </a:ext>
            </a:extLst>
          </p:cNvPr>
          <p:cNvSpPr/>
          <p:nvPr/>
        </p:nvSpPr>
        <p:spPr>
          <a:xfrm>
            <a:off x="1019761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EF27E9-9A19-50B9-1B01-3D1A7D478F74}"/>
              </a:ext>
            </a:extLst>
          </p:cNvPr>
          <p:cNvSpPr/>
          <p:nvPr/>
        </p:nvSpPr>
        <p:spPr>
          <a:xfrm>
            <a:off x="2083614" y="5033690"/>
            <a:ext cx="216000" cy="71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9341FD-B6C2-135D-ECF3-AF1F8F9F9818}"/>
              </a:ext>
            </a:extLst>
          </p:cNvPr>
          <p:cNvSpPr/>
          <p:nvPr/>
        </p:nvSpPr>
        <p:spPr>
          <a:xfrm>
            <a:off x="778433" y="5033690"/>
            <a:ext cx="241200" cy="7128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BAC80C-31FF-7694-A6A7-DBBFDEABCE6F}"/>
              </a:ext>
            </a:extLst>
          </p:cNvPr>
          <p:cNvSpPr/>
          <p:nvPr/>
        </p:nvSpPr>
        <p:spPr>
          <a:xfrm>
            <a:off x="2731871" y="5033690"/>
            <a:ext cx="216000" cy="71283"/>
          </a:xfrm>
          <a:prstGeom prst="rect">
            <a:avLst/>
          </a:prstGeom>
          <a:solidFill>
            <a:srgbClr val="F6BD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AA33352-9333-97F9-0147-A6E83DF12E9B}"/>
              </a:ext>
            </a:extLst>
          </p:cNvPr>
          <p:cNvSpPr/>
          <p:nvPr/>
        </p:nvSpPr>
        <p:spPr>
          <a:xfrm>
            <a:off x="3163416" y="5033690"/>
            <a:ext cx="426476" cy="71283"/>
          </a:xfrm>
          <a:custGeom>
            <a:avLst/>
            <a:gdLst>
              <a:gd name="csX0" fmla="*/ 0 w 426476"/>
              <a:gd name="csY0" fmla="*/ 0 h 65122"/>
              <a:gd name="csX1" fmla="*/ 213238 w 426476"/>
              <a:gd name="csY1" fmla="*/ 0 h 65122"/>
              <a:gd name="csX2" fmla="*/ 426476 w 426476"/>
              <a:gd name="csY2" fmla="*/ 0 h 65122"/>
              <a:gd name="csX3" fmla="*/ 426476 w 426476"/>
              <a:gd name="csY3" fmla="*/ 65122 h 65122"/>
              <a:gd name="csX4" fmla="*/ 213238 w 426476"/>
              <a:gd name="csY4" fmla="*/ 65122 h 65122"/>
              <a:gd name="csX5" fmla="*/ 0 w 426476"/>
              <a:gd name="csY5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26476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F0747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EB2E8BBC-11DC-7108-19CD-F9788F8DE910}"/>
              </a:ext>
            </a:extLst>
          </p:cNvPr>
          <p:cNvSpPr/>
          <p:nvPr/>
        </p:nvSpPr>
        <p:spPr>
          <a:xfrm>
            <a:off x="3589783" y="5033690"/>
            <a:ext cx="639714" cy="71283"/>
          </a:xfrm>
          <a:custGeom>
            <a:avLst/>
            <a:gdLst>
              <a:gd name="csX0" fmla="*/ 0 w 639714"/>
              <a:gd name="csY0" fmla="*/ 0 h 65122"/>
              <a:gd name="csX1" fmla="*/ 213238 w 639714"/>
              <a:gd name="csY1" fmla="*/ 0 h 65122"/>
              <a:gd name="csX2" fmla="*/ 426476 w 639714"/>
              <a:gd name="csY2" fmla="*/ 0 h 65122"/>
              <a:gd name="csX3" fmla="*/ 639714 w 639714"/>
              <a:gd name="csY3" fmla="*/ 0 h 65122"/>
              <a:gd name="csX4" fmla="*/ 639714 w 639714"/>
              <a:gd name="csY4" fmla="*/ 65122 h 65122"/>
              <a:gd name="csX5" fmla="*/ 426476 w 639714"/>
              <a:gd name="csY5" fmla="*/ 65122 h 65122"/>
              <a:gd name="csX6" fmla="*/ 213238 w 639714"/>
              <a:gd name="csY6" fmla="*/ 65122 h 65122"/>
              <a:gd name="csX7" fmla="*/ 0 w 639714"/>
              <a:gd name="csY7" fmla="*/ 65122 h 6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39714" h="65122">
                <a:moveTo>
                  <a:pt x="0" y="0"/>
                </a:moveTo>
                <a:lnTo>
                  <a:pt x="213238" y="0"/>
                </a:lnTo>
                <a:lnTo>
                  <a:pt x="426476" y="0"/>
                </a:lnTo>
                <a:lnTo>
                  <a:pt x="639714" y="0"/>
                </a:lnTo>
                <a:lnTo>
                  <a:pt x="639714" y="65122"/>
                </a:lnTo>
                <a:lnTo>
                  <a:pt x="426476" y="65122"/>
                </a:lnTo>
                <a:lnTo>
                  <a:pt x="213238" y="65122"/>
                </a:lnTo>
                <a:lnTo>
                  <a:pt x="0" y="65122"/>
                </a:lnTo>
                <a:close/>
              </a:path>
            </a:pathLst>
          </a:custGeom>
          <a:solidFill>
            <a:srgbClr val="EA4C4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63186A5-A645-75CF-0D93-BCD042CE09B8}"/>
              </a:ext>
            </a:extLst>
          </p:cNvPr>
          <p:cNvSpPr/>
          <p:nvPr/>
        </p:nvSpPr>
        <p:spPr>
          <a:xfrm>
            <a:off x="2948128" y="5033690"/>
            <a:ext cx="216000" cy="71283"/>
          </a:xfrm>
          <a:prstGeom prst="rect">
            <a:avLst/>
          </a:prstGeom>
          <a:solidFill>
            <a:srgbClr val="F1959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D75AE02-645F-592F-261A-B27D53E6EED4}"/>
              </a:ext>
            </a:extLst>
          </p:cNvPr>
          <p:cNvSpPr/>
          <p:nvPr/>
        </p:nvSpPr>
        <p:spPr>
          <a:xfrm>
            <a:off x="4201664" y="5033690"/>
            <a:ext cx="241071" cy="71283"/>
          </a:xfrm>
          <a:prstGeom prst="rect">
            <a:avLst/>
          </a:prstGeom>
          <a:solidFill>
            <a:srgbClr val="DC1C1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57B271-9847-D5EA-52D8-193DF5E0D0AA}"/>
              </a:ext>
            </a:extLst>
          </p:cNvPr>
          <p:cNvSpPr txBox="1"/>
          <p:nvPr/>
        </p:nvSpPr>
        <p:spPr>
          <a:xfrm>
            <a:off x="2801351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0.5%</a:t>
            </a:r>
            <a:endParaRPr lang="ko-KR" altLang="en-US" sz="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CAF158-CB4D-B0DE-0857-993B47D26D03}"/>
              </a:ext>
            </a:extLst>
          </p:cNvPr>
          <p:cNvSpPr txBox="1"/>
          <p:nvPr/>
        </p:nvSpPr>
        <p:spPr>
          <a:xfrm>
            <a:off x="3003647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1.0%</a:t>
            </a:r>
            <a:endParaRPr lang="ko-KR" altLang="en-US" sz="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C21B7A-1F4F-C33F-B4C0-850F41064269}"/>
              </a:ext>
            </a:extLst>
          </p:cNvPr>
          <p:cNvSpPr txBox="1"/>
          <p:nvPr/>
        </p:nvSpPr>
        <p:spPr>
          <a:xfrm>
            <a:off x="3410955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2.0%</a:t>
            </a:r>
            <a:endParaRPr lang="ko-KR" altLang="en-US" sz="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7496F4-AB19-159F-7281-3800F2A535DC}"/>
              </a:ext>
            </a:extLst>
          </p:cNvPr>
          <p:cNvSpPr txBox="1"/>
          <p:nvPr/>
        </p:nvSpPr>
        <p:spPr>
          <a:xfrm>
            <a:off x="4069835" y="4888572"/>
            <a:ext cx="29321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3.5%</a:t>
            </a:r>
            <a:endParaRPr lang="ko-KR" altLang="en-US" sz="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F62B30-A952-B25F-A3AF-7F339B617C87}"/>
              </a:ext>
            </a:extLst>
          </p:cNvPr>
          <p:cNvSpPr txBox="1"/>
          <p:nvPr/>
        </p:nvSpPr>
        <p:spPr>
          <a:xfrm>
            <a:off x="195104" y="4976998"/>
            <a:ext cx="9676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Volatility Scale</a:t>
            </a:r>
            <a:endParaRPr lang="ko-KR" altLang="en-US" sz="600" i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B4705A5-F815-7A1C-1451-478CFB342F3E}"/>
              </a:ext>
            </a:extLst>
          </p:cNvPr>
          <p:cNvSpPr/>
          <p:nvPr/>
        </p:nvSpPr>
        <p:spPr>
          <a:xfrm>
            <a:off x="2515871" y="5033690"/>
            <a:ext cx="216000" cy="712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63BA6E0-69CF-F8D0-82C0-9E60DBB24CAA}"/>
              </a:ext>
            </a:extLst>
          </p:cNvPr>
          <p:cNvCxnSpPr>
            <a:cxnSpLocks/>
          </p:cNvCxnSpPr>
          <p:nvPr/>
        </p:nvCxnSpPr>
        <p:spPr>
          <a:xfrm>
            <a:off x="1019633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45BA7A8-B279-5EFF-EF6E-006D326D6407}"/>
              </a:ext>
            </a:extLst>
          </p:cNvPr>
          <p:cNvCxnSpPr>
            <a:cxnSpLocks/>
          </p:cNvCxnSpPr>
          <p:nvPr/>
        </p:nvCxnSpPr>
        <p:spPr>
          <a:xfrm>
            <a:off x="1660727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5D6DC68A-083D-BC53-8CA7-D909221C732D}"/>
              </a:ext>
            </a:extLst>
          </p:cNvPr>
          <p:cNvCxnSpPr>
            <a:cxnSpLocks/>
          </p:cNvCxnSpPr>
          <p:nvPr/>
        </p:nvCxnSpPr>
        <p:spPr>
          <a:xfrm>
            <a:off x="2083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8837FC-6E5C-90CE-4671-F2ABA988226D}"/>
              </a:ext>
            </a:extLst>
          </p:cNvPr>
          <p:cNvCxnSpPr>
            <a:cxnSpLocks/>
          </p:cNvCxnSpPr>
          <p:nvPr/>
        </p:nvCxnSpPr>
        <p:spPr>
          <a:xfrm>
            <a:off x="22996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907D798-4085-A256-DA4B-082FAD00614B}"/>
              </a:ext>
            </a:extLst>
          </p:cNvPr>
          <p:cNvCxnSpPr>
            <a:cxnSpLocks/>
          </p:cNvCxnSpPr>
          <p:nvPr/>
        </p:nvCxnSpPr>
        <p:spPr>
          <a:xfrm>
            <a:off x="294787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8225DCA-0FFF-AA73-E73B-54BA1FF83488}"/>
              </a:ext>
            </a:extLst>
          </p:cNvPr>
          <p:cNvCxnSpPr>
            <a:cxnSpLocks/>
          </p:cNvCxnSpPr>
          <p:nvPr/>
        </p:nvCxnSpPr>
        <p:spPr>
          <a:xfrm>
            <a:off x="316381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CB65ADAC-F74E-1884-33AB-6AD5EDEA275D}"/>
              </a:ext>
            </a:extLst>
          </p:cNvPr>
          <p:cNvCxnSpPr>
            <a:cxnSpLocks/>
          </p:cNvCxnSpPr>
          <p:nvPr/>
        </p:nvCxnSpPr>
        <p:spPr>
          <a:xfrm>
            <a:off x="3590181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727DB4E-8931-2C4B-8DDB-AF8B1C929676}"/>
              </a:ext>
            </a:extLst>
          </p:cNvPr>
          <p:cNvCxnSpPr>
            <a:cxnSpLocks/>
          </p:cNvCxnSpPr>
          <p:nvPr/>
        </p:nvCxnSpPr>
        <p:spPr>
          <a:xfrm>
            <a:off x="4201664" y="4995791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9565AEF-69BD-ED45-D991-166EF75A5EE3}"/>
              </a:ext>
            </a:extLst>
          </p:cNvPr>
          <p:cNvCxnSpPr>
            <a:cxnSpLocks/>
          </p:cNvCxnSpPr>
          <p:nvPr/>
        </p:nvCxnSpPr>
        <p:spPr>
          <a:xfrm>
            <a:off x="3590181" y="4993302"/>
            <a:ext cx="0" cy="11264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E2BEE19-F5FC-78EC-AE65-403CF6848BF2}"/>
              </a:ext>
            </a:extLst>
          </p:cNvPr>
          <p:cNvSpPr txBox="1"/>
          <p:nvPr/>
        </p:nvSpPr>
        <p:spPr>
          <a:xfrm>
            <a:off x="2142216" y="4888572"/>
            <a:ext cx="32600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- 0.5%</a:t>
            </a:r>
            <a:endParaRPr lang="ko-KR" altLang="en-US" sz="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01F1008-D656-4C8B-A4C4-4E39ABB3719D}"/>
              </a:ext>
            </a:extLst>
          </p:cNvPr>
          <p:cNvSpPr txBox="1"/>
          <p:nvPr/>
        </p:nvSpPr>
        <p:spPr>
          <a:xfrm>
            <a:off x="1913860" y="4888572"/>
            <a:ext cx="35186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-1.0%</a:t>
            </a:r>
            <a:endParaRPr lang="ko-KR" altLang="en-US" sz="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C84E7E4-3B58-1C77-1FD9-92A874259B92}"/>
              </a:ext>
            </a:extLst>
          </p:cNvPr>
          <p:cNvSpPr txBox="1"/>
          <p:nvPr/>
        </p:nvSpPr>
        <p:spPr>
          <a:xfrm>
            <a:off x="1470322" y="4888572"/>
            <a:ext cx="38888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-2.0%</a:t>
            </a:r>
            <a:endParaRPr lang="ko-KR" altLang="en-US" sz="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4EB204-6A3B-3A80-2230-EDEB6AD6093C}"/>
              </a:ext>
            </a:extLst>
          </p:cNvPr>
          <p:cNvSpPr txBox="1"/>
          <p:nvPr/>
        </p:nvSpPr>
        <p:spPr>
          <a:xfrm>
            <a:off x="872949" y="4888572"/>
            <a:ext cx="32120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-3.5%</a:t>
            </a:r>
            <a:endParaRPr lang="ko-KR" altLang="en-US" sz="400" dirty="0"/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223D33A3-92F5-8DC7-7E6D-D2AB6136B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31962"/>
              </p:ext>
            </p:extLst>
          </p:nvPr>
        </p:nvGraphicFramePr>
        <p:xfrm>
          <a:off x="256711" y="1714952"/>
          <a:ext cx="1393200" cy="50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00">
                  <a:extLst>
                    <a:ext uri="{9D8B030D-6E8A-4147-A177-3AD203B41FA5}">
                      <a16:colId xmlns:a16="http://schemas.microsoft.com/office/drawing/2014/main" val="1183480793"/>
                    </a:ext>
                  </a:extLst>
                </a:gridCol>
                <a:gridCol w="696600">
                  <a:extLst>
                    <a:ext uri="{9D8B030D-6E8A-4147-A177-3AD203B41FA5}">
                      <a16:colId xmlns:a16="http://schemas.microsoft.com/office/drawing/2014/main" val="2008294751"/>
                    </a:ext>
                  </a:extLst>
                </a:gridCol>
              </a:tblGrid>
              <a:tr h="221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lt"/>
                        </a:rPr>
                        <a:t>Current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lt"/>
                        </a:rPr>
                        <a:t>WoW(%)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7822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1.4146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1.11%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1081"/>
                  </a:ext>
                </a:extLst>
              </a:tr>
            </a:tbl>
          </a:graphicData>
        </a:graphic>
      </p:graphicFrame>
      <p:sp>
        <p:nvSpPr>
          <p:cNvPr id="93" name="타원 92">
            <a:extLst>
              <a:ext uri="{FF2B5EF4-FFF2-40B4-BE49-F238E27FC236}">
                <a16:creationId xmlns:a16="http://schemas.microsoft.com/office/drawing/2014/main" id="{EDEF51BA-CDDE-6071-9F8C-BB1C23B4CDE4}"/>
              </a:ext>
            </a:extLst>
          </p:cNvPr>
          <p:cNvSpPr/>
          <p:nvPr/>
        </p:nvSpPr>
        <p:spPr>
          <a:xfrm>
            <a:off x="174076" y="1605824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B1C1C294-FA54-511F-65F9-4EB1B8C58EAA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1649911" y="1969785"/>
            <a:ext cx="1554722" cy="1370315"/>
          </a:xfrm>
          <a:prstGeom prst="bentConnector3">
            <a:avLst>
              <a:gd name="adj1" fmla="val 60165"/>
            </a:avLst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68EB86C0-D063-77D1-722D-DD6E18FC2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52301"/>
              </p:ext>
            </p:extLst>
          </p:nvPr>
        </p:nvGraphicFramePr>
        <p:xfrm>
          <a:off x="256711" y="3955108"/>
          <a:ext cx="1393200" cy="509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00">
                  <a:extLst>
                    <a:ext uri="{9D8B030D-6E8A-4147-A177-3AD203B41FA5}">
                      <a16:colId xmlns:a16="http://schemas.microsoft.com/office/drawing/2014/main" val="1183480793"/>
                    </a:ext>
                  </a:extLst>
                </a:gridCol>
                <a:gridCol w="696600">
                  <a:extLst>
                    <a:ext uri="{9D8B030D-6E8A-4147-A177-3AD203B41FA5}">
                      <a16:colId xmlns:a16="http://schemas.microsoft.com/office/drawing/2014/main" val="2008294751"/>
                    </a:ext>
                  </a:extLst>
                </a:gridCol>
              </a:tblGrid>
              <a:tr h="221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lt"/>
                        </a:rPr>
                        <a:t>Current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lt"/>
                        </a:rPr>
                        <a:t>WoW(%)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7822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100.97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0.75%</a:t>
                      </a:r>
                      <a:endParaRPr lang="ko-KR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1081"/>
                  </a:ext>
                </a:extLst>
              </a:tr>
            </a:tbl>
          </a:graphicData>
        </a:graphic>
      </p:graphicFrame>
      <p:sp>
        <p:nvSpPr>
          <p:cNvPr id="96" name="타원 95">
            <a:extLst>
              <a:ext uri="{FF2B5EF4-FFF2-40B4-BE49-F238E27FC236}">
                <a16:creationId xmlns:a16="http://schemas.microsoft.com/office/drawing/2014/main" id="{F6EC2748-E7AC-9AE9-876B-FB30F76ACCF7}"/>
              </a:ext>
            </a:extLst>
          </p:cNvPr>
          <p:cNvSpPr/>
          <p:nvPr/>
        </p:nvSpPr>
        <p:spPr>
          <a:xfrm>
            <a:off x="174076" y="3845529"/>
            <a:ext cx="216000" cy="216000"/>
          </a:xfrm>
          <a:prstGeom prst="ellipse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A0411DF8-1415-B462-6776-4118D8FF2F22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1649911" y="4209941"/>
            <a:ext cx="1554722" cy="12700"/>
          </a:xfrm>
          <a:prstGeom prst="bentConnector3">
            <a:avLst>
              <a:gd name="adj1" fmla="val 31847"/>
            </a:avLst>
          </a:prstGeom>
          <a:ln w="3175">
            <a:tailEnd type="oval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9AFC465-7AC9-4CAE-8500-B16E537250CF}"/>
              </a:ext>
            </a:extLst>
          </p:cNvPr>
          <p:cNvSpPr txBox="1"/>
          <p:nvPr/>
        </p:nvSpPr>
        <p:spPr>
          <a:xfrm>
            <a:off x="330841" y="3781750"/>
            <a:ext cx="10203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i="1" dirty="0"/>
              <a:t>Dollar Index (DXY)</a:t>
            </a:r>
            <a:endParaRPr lang="ko-KR" altLang="en-US" sz="6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01A40E-E202-E558-E1CB-DF124F3867C5}"/>
              </a:ext>
            </a:extLst>
          </p:cNvPr>
          <p:cNvSpPr txBox="1"/>
          <p:nvPr/>
        </p:nvSpPr>
        <p:spPr>
          <a:xfrm>
            <a:off x="3717947" y="1305176"/>
            <a:ext cx="22828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i="1" dirty="0">
                <a:solidFill>
                  <a:schemeClr val="bg2">
                    <a:lumMod val="50000"/>
                  </a:schemeClr>
                </a:solidFill>
              </a:rPr>
              <a:t>※ All currencies were quoted with USD as the base currency</a:t>
            </a:r>
            <a:endParaRPr lang="ko-KR" altLang="en-US" sz="6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124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8B6BE-B539-C4B1-89A5-95D91654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FX Historical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EB7151-54C5-C33F-D695-F362E45B5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FICC-Currency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27C2AE-C130-5A67-572D-454F6313BD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1241744"/>
            <a:ext cx="4141788" cy="231643"/>
          </a:xfrm>
        </p:spPr>
        <p:txBody>
          <a:bodyPr/>
          <a:lstStyle/>
          <a:p>
            <a:r>
              <a:rPr lang="en-US" altLang="ko-KR" dirty="0"/>
              <a:t>DXY (5 Days Moving Average)	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C6A20B-874F-0CCA-19F7-AC7ECE47A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1389" y="1241744"/>
            <a:ext cx="4141788" cy="231643"/>
          </a:xfrm>
        </p:spPr>
        <p:txBody>
          <a:bodyPr/>
          <a:lstStyle/>
          <a:p>
            <a:r>
              <a:rPr lang="en-US" altLang="ko-KR" dirty="0"/>
              <a:t>USD/CAD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7492E5-D429-9D7C-DA16-738C68C46D6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Up-To-Date Historical Trends of Dollar Index, Canadian Dollar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3384F4B-AA9B-63DA-D82D-396798BA54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Yahoo Finance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F74CDF0-821F-BD9B-995F-E05D5687A5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89075"/>
            <a:ext cx="4500000" cy="2743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9DBFCD-1AC6-C785-D174-293D8FED05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1489075"/>
            <a:ext cx="4500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8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FCC7-190B-55AD-5CA5-266B18EA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A4A45-0B29-5261-3955-AB9F0268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Weekly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D350E7-B3CB-F1E1-7AD7-3D128CCB79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FICC-Currency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7437D0-309C-61E9-97F7-20F6BA5CA9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Weekly 5 Minute Chart of DXY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E68D9FD-1946-D7C8-EA0A-CD457E2B2A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Weekly flow dynamics and issue breakdowns for the Dollar Index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9B76C7C-5C22-FE0A-398A-86BB5E7AF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FOMC, FRED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FF339CB-6E9E-37CD-44E2-65B27FED2D5F}"/>
              </a:ext>
            </a:extLst>
          </p:cNvPr>
          <p:cNvCxnSpPr>
            <a:cxnSpLocks/>
          </p:cNvCxnSpPr>
          <p:nvPr/>
        </p:nvCxnSpPr>
        <p:spPr>
          <a:xfrm>
            <a:off x="250311" y="3683537"/>
            <a:ext cx="8641276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3B639A8A-98AA-1A5C-1336-E39D84F184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1485900"/>
            <a:ext cx="87852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4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E0285E-1D7E-8A3B-6253-3A4B18C51F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USD/EUR (5 Days Moving Average)	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9E6FE6-1815-06D1-CAFC-0369E8486B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USD/GBP (5 Days Moving Average)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0BBBD8-D9A0-84E1-469C-F4CC45EEFE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USD/SEK (5 Days Moving Average)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393F49-F899-3E61-5203-9E514F04B8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USD/CHF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FAA075D-7885-18E4-2D5B-38F38789FD1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 dirty="0"/>
              <a:t>USD/RUB (5 Days Moving Average)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28F15D-7103-8CF3-6135-C7D367397B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dirty="0"/>
              <a:t>USD/DKK (5 Days Moving Average)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E13585A-8B2E-8BAB-24EE-E833C00109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Calibri (본문)"/>
              </a:rPr>
              <a:t>FICC-Currency</a:t>
            </a:r>
            <a:endParaRPr kumimoji="1" lang="ko-KR" altLang="en-US" dirty="0">
              <a:latin typeface="Calibri (본문)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D102046D-290C-1F10-FEC1-80D61B95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FX Historical Trends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2AE9068-3FD5-0C54-6CE9-4F035484F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Yahoo Finance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265C788-1445-C6C2-669E-74D62A0973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293" y="1092530"/>
            <a:ext cx="2908569" cy="192372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39795A4-880C-6EAF-5A51-D1996D86BE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36" y="3253988"/>
            <a:ext cx="2943164" cy="198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C34E025-2ADC-0902-F4C6-C2912251485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795" y="3230088"/>
            <a:ext cx="2861067" cy="20039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CDD7E1-CF42-C821-4305-1260A2EC794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3253988"/>
            <a:ext cx="3060000" cy="198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7DFE0C8-65A4-E843-1351-2C5087730B0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1080654"/>
            <a:ext cx="3060000" cy="193559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5BD7E73-2E55-E76F-594B-ECC078622F2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460" y="1092530"/>
            <a:ext cx="3002540" cy="192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3F65A-C6A3-A038-BC62-983D6A5A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3A4CD-F110-B9D9-17CC-C19D41EB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Weekly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357727-EF1E-C225-41F1-95AFD07D0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FICC-Currency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9C58BD-1D3B-1918-37C8-FC858723EB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Weekly 5 Minute Chart of USD/EUR vs. USD/GBP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D1C625-803D-F9A5-EB53-BE0957ADD9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Weekly flow dynamics and issue breakdowns for the Euro, the British Pound Sterling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77A1A6F-8C26-0118-CF1D-1A2018F59B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Bloomberg Markets, Yahoo Finance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CD15834-CDFC-5FE4-0A36-AA180E564D4A}"/>
              </a:ext>
            </a:extLst>
          </p:cNvPr>
          <p:cNvCxnSpPr>
            <a:cxnSpLocks/>
          </p:cNvCxnSpPr>
          <p:nvPr/>
        </p:nvCxnSpPr>
        <p:spPr>
          <a:xfrm>
            <a:off x="250311" y="3725867"/>
            <a:ext cx="8641276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37198537-6785-1099-9E42-A834E3BD24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8" y="1522887"/>
            <a:ext cx="865637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08000-A73C-352D-A321-AE780606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FX Historical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36473D-5AB7-2795-FD46-D004F1CF42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FICC-Currency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8CC7AA-D1C9-6057-21A2-DE30F6B54A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USD/MXN (5 Days Moving Average)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BD1A5D-0DFC-64FA-6F6A-775A2FA73B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USD/BRL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ECEF63-4465-7E37-D7BC-7D6C542C49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USD/COP (5 Days Moving Average)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977BB50-9F0E-3E2D-D2B9-97FBF0CD58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ko-KR" dirty="0"/>
              <a:t>USD/ARS (5 Days Moving Average)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73EF4E9-B162-269B-6965-516BDB4FBE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Up-To-Date Historical Trends of notable currencies in Latin America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AA37A51-776D-109B-E613-FE99948575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Yahoo Finance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F67DF25-022B-FDED-E7A4-0F71E6F076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695" y="3397925"/>
            <a:ext cx="4320000" cy="1656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AA37C44-31B2-1DFA-D247-15532270D7C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695" y="1510110"/>
            <a:ext cx="4320000" cy="1656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26B774-4EF4-E4A2-2095-46912412036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99" y="3397925"/>
            <a:ext cx="4320000" cy="1656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EECA2B-B11A-DC0F-5EC7-F3378C18DF1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99" y="1510110"/>
            <a:ext cx="4320000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39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59B6-B21C-FA53-20AE-E95BAE9A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6BFEC47-5624-ADAC-A6D6-FAE58CFBF8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USD/INR (5 Days Moving Average)	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AA56EE-49EC-AE95-1018-6FDDBB3616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USD/SGD (5 Days Moving Average)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9052D3-0147-8FA9-3BE6-0DDEBA1CF3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USD/THB (5 Days Moving Average)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13553-26FD-8ECE-9004-09C4D233144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USD/IDR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252D535-7A8F-5ED3-B8C3-CA39645CB0C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 dirty="0"/>
              <a:t>USD/VND (5 Days Moving Average)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FA442D9-3F12-B458-508A-7038EB52B2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dirty="0"/>
              <a:t>USD/PHP (5 Days Moving Average)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E279FC5-A0EA-EA09-29CE-548216A4F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>
                <a:latin typeface="Calibri (본문)"/>
              </a:rPr>
              <a:t>FICC-Currency</a:t>
            </a:r>
            <a:endParaRPr kumimoji="1" lang="ko-KR" altLang="en-US" dirty="0">
              <a:latin typeface="Calibri (본문)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7C04D2BF-C8AA-0F58-BEC6-C3B25E06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FX Historical Trends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BAE1BC5-BCBF-8A88-EF78-0C7982FEC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Yahoo Finance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43AE93E-E81B-0671-85D9-BA07290749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792" y="1072444"/>
            <a:ext cx="2956770" cy="188451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5258203-3E1D-38DF-E810-65387B75FD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" y="1072444"/>
            <a:ext cx="3060000" cy="188451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52A559F-E49B-FD35-E4EE-4C21ED45A4D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712" y="3218213"/>
            <a:ext cx="2931288" cy="188817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06B7DD-0AE0-2427-B678-46926DC372B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6" y="1072444"/>
            <a:ext cx="2966914" cy="18845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2B99614-D264-BF29-A3E9-1C5AFB6C1CA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" y="3218212"/>
            <a:ext cx="3060000" cy="187630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2C5EF9-BD78-B3FA-5E80-C896CD4A192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418" y="3206338"/>
            <a:ext cx="2921144" cy="193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53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6831A-A895-15AA-1942-45866D7C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CA9E0-EBD1-00B0-9609-0B867CA4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FX Historical Trends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E35CEE-5754-9F11-FE50-A5B12BBF34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FICC-Currency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BA62C7-8237-91F6-6446-EAA7B4FF19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1241744"/>
            <a:ext cx="4141788" cy="231643"/>
          </a:xfrm>
        </p:spPr>
        <p:txBody>
          <a:bodyPr/>
          <a:lstStyle/>
          <a:p>
            <a:r>
              <a:rPr lang="en-US" altLang="ko-KR" dirty="0"/>
              <a:t>USD/AUD (5 Days Moving Average)	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68C06-595A-9AA1-3CB1-12E0EBDFA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1389" y="1241744"/>
            <a:ext cx="4141788" cy="231643"/>
          </a:xfrm>
        </p:spPr>
        <p:txBody>
          <a:bodyPr/>
          <a:lstStyle/>
          <a:p>
            <a:r>
              <a:rPr lang="en-US" altLang="ko-KR" dirty="0"/>
              <a:t>USD/NZD (5 Days Moving Average)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4DD9B2-DDBA-A8CC-B91B-2F0EC3B1C2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ko-KR" dirty="0"/>
              <a:t>Up-To-Date Historical Trends of Australian Dollar, New Zealand Dollar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7862C3A-A10B-1DB4-E7C9-0CA536D36F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Source: Yahoo Finance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0533D1B-D451-261C-F0A4-27E47A85903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" y="1567543"/>
            <a:ext cx="4500000" cy="26647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8DAD85-F2D3-809F-235B-6C49781902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67543"/>
            <a:ext cx="4500000" cy="266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71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78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-%m-%d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d.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5&quot;&gt;&lt;elem m_fUsage=&quot;2.58803100000000041447E+00&quot;&gt;&lt;m_msothmcolidx val=&quot;0&quot;/&gt;&lt;m_rgb r=&quot;3D&quot; g=&quot;4A&quot; b=&quot;5B&quot;/&gt;&lt;m_nBrightness endver=&quot;26206&quot; val=&quot;0&quot;/&gt;&lt;/elem&gt;&lt;elem m_fUsage=&quot;1.00000000000000000000E+00&quot;&gt;&lt;m_msothmcolidx val=&quot;0&quot;/&gt;&lt;m_rgb r=&quot;73&quot; g=&quot;74&quot; b=&quot;78&quot;/&gt;&lt;m_nBrightness endver=&quot;26206&quot; val=&quot;0&quot;/&gt;&lt;/elem&gt;&lt;elem m_fUsage=&quot;9.00000000000000022204E-01&quot;&gt;&lt;m_msothmcolidx val=&quot;0&quot;/&gt;&lt;m_rgb r=&quot;42&quot; g=&quot;75&quot; b=&quot;A4&quot;/&gt;&lt;m_nBrightness endver=&quot;26206&quot; val=&quot;0&quot;/&gt;&lt;/elem&gt;&lt;elem m_fUsage=&quot;7.29000000000000092371E-01&quot;&gt;&lt;m_msothmcolidx val=&quot;0&quot;/&gt;&lt;m_rgb r=&quot;44&quot; g=&quot;67&quot; b=&quot;2D&quot;/&gt;&lt;m_nBrightness endver=&quot;26206&quot; val=&quot;0&quot;/&gt;&lt;/elem&gt;&lt;elem m_fUsage=&quot;4.78296900000000135833E-01&quot;&gt;&lt;m_msothmcolidx val=&quot;0&quot;/&gt;&lt;m_rgb r=&quot;5E&quot; g=&quot;79&quot; b=&quot;84&quot;/&gt;&lt;m_nBrightness endver=&quot;26206&quot;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mH2rO2RpWHCmP24cJPLQ"/>
</p:tagLst>
</file>

<file path=ppt/theme/theme1.xml><?xml version="1.0" encoding="utf-8"?>
<a:theme xmlns:a="http://schemas.openxmlformats.org/drawingml/2006/main" name="Office 2013 - 2022 테마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3868"/>
      </a:accent1>
      <a:accent2>
        <a:srgbClr val="255B89"/>
      </a:accent2>
      <a:accent3>
        <a:srgbClr val="9A9B9C"/>
      </a:accent3>
      <a:accent4>
        <a:srgbClr val="007AC9"/>
      </a:accent4>
      <a:accent5>
        <a:srgbClr val="B2C2D1"/>
      </a:accent5>
      <a:accent6>
        <a:srgbClr val="A37501"/>
      </a:accent6>
      <a:hlink>
        <a:srgbClr val="D6BC38"/>
      </a:hlink>
      <a:folHlink>
        <a:srgbClr val="954F72"/>
      </a:folHlink>
    </a:clrScheme>
    <a:fontScheme name="cali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7C8FFD6F718644B8B326581242166CC" ma:contentTypeVersion="10" ma:contentTypeDescription="새 문서를 만듭니다." ma:contentTypeScope="" ma:versionID="4268580f43a74820a728ccffdf808514">
  <xsd:schema xmlns:xsd="http://www.w3.org/2001/XMLSchema" xmlns:xs="http://www.w3.org/2001/XMLSchema" xmlns:p="http://schemas.microsoft.com/office/2006/metadata/properties" xmlns:ns3="713dc143-fa88-494c-af1a-90a9ae1f685a" xmlns:ns4="d2a01155-7a78-4c93-bc4f-37cee7d5e3eb" targetNamespace="http://schemas.microsoft.com/office/2006/metadata/properties" ma:root="true" ma:fieldsID="0dbd19adefbd31f7cdc4923928f22504" ns3:_="" ns4:_="">
    <xsd:import namespace="713dc143-fa88-494c-af1a-90a9ae1f685a"/>
    <xsd:import namespace="d2a01155-7a78-4c93-bc4f-37cee7d5e3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dc143-fa88-494c-af1a-90a9ae1f68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01155-7a78-4c93-bc4f-37cee7d5e3e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9E4CA0-99F5-448E-9C2A-77833CACB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3dc143-fa88-494c-af1a-90a9ae1f685a"/>
    <ds:schemaRef ds:uri="d2a01155-7a78-4c93-bc4f-37cee7d5e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5643EB-1AAD-49AB-9271-09D158754A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5BD855-E3D6-4972-9C41-BFC238484E81}">
  <ds:schemaRefs>
    <ds:schemaRef ds:uri="http://www.w3.org/XML/1998/namespace"/>
    <ds:schemaRef ds:uri="http://schemas.microsoft.com/office/2006/documentManagement/types"/>
    <ds:schemaRef ds:uri="http://purl.org/dc/terms/"/>
    <ds:schemaRef ds:uri="d2a01155-7a78-4c93-bc4f-37cee7d5e3eb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3dc143-fa88-494c-af1a-90a9ae1f685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59552</TotalTime>
  <Words>1877</Words>
  <Application>Microsoft Office PowerPoint</Application>
  <PresentationFormat>화면 슬라이드 쇼(16:10)</PresentationFormat>
  <Paragraphs>315</Paragraphs>
  <Slides>14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Calibri (본문)</vt:lpstr>
      <vt:lpstr>Credit Suisse</vt:lpstr>
      <vt:lpstr>맑은 고딕</vt:lpstr>
      <vt:lpstr>함초롬돋움</vt:lpstr>
      <vt:lpstr>Arial</vt:lpstr>
      <vt:lpstr>Calibri</vt:lpstr>
      <vt:lpstr>Roboto</vt:lpstr>
      <vt:lpstr>Times New Roman</vt:lpstr>
      <vt:lpstr>Office 2013 - 2022 테마</vt:lpstr>
      <vt:lpstr>think-cell Slide</vt:lpstr>
      <vt:lpstr>Weekly Global Foreign Exchange Market Review</vt:lpstr>
      <vt:lpstr>Weekly Issue</vt:lpstr>
      <vt:lpstr>Regional Performance – East Asia</vt:lpstr>
      <vt:lpstr>FX Historical Trends </vt:lpstr>
      <vt:lpstr>Weekly Trends</vt:lpstr>
      <vt:lpstr>Derivatives</vt:lpstr>
      <vt:lpstr>Regional Performance – United States &amp; Canada</vt:lpstr>
      <vt:lpstr>FX Historical Trends</vt:lpstr>
      <vt:lpstr>Weekly Trends</vt:lpstr>
      <vt:lpstr>FX Historical Trends</vt:lpstr>
      <vt:lpstr>Weekly Trends</vt:lpstr>
      <vt:lpstr>FX Historical Trends</vt:lpstr>
      <vt:lpstr>FX Historical Trends</vt:lpstr>
      <vt:lpstr>FX Historical Trends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Strictly Private and Confidential</dc:title>
  <dc:creator>JIWOOKIM;H</dc:creator>
  <cp:lastModifiedBy>이성규[ 학부졸업 / 건축사회환경공학부 ]</cp:lastModifiedBy>
  <cp:revision>963</cp:revision>
  <cp:lastPrinted>2025-09-28T09:43:25Z</cp:lastPrinted>
  <dcterms:created xsi:type="dcterms:W3CDTF">2019-03-18T06:23:20Z</dcterms:created>
  <dcterms:modified xsi:type="dcterms:W3CDTF">2026-09-26T07:58:51Z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0x01010087C8FFD6F718644B8B326581242166CC</vt:lpwstr>
  </property>
</Properties>
</file>